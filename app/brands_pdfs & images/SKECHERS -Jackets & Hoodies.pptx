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E038DF-2245-49DF-BE59-A1E52055234E}" v="43" dt="2024-04-29T09:08:09.1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2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Pathak" userId="c1cfdd16-c555-4f97-af87-bfb6a256af27" providerId="ADAL" clId="{06E038DF-2245-49DF-BE59-A1E52055234E}"/>
    <pc:docChg chg="undo custSel addSld modSld">
      <pc:chgData name="Rahul Pathak" userId="c1cfdd16-c555-4f97-af87-bfb6a256af27" providerId="ADAL" clId="{06E038DF-2245-49DF-BE59-A1E52055234E}" dt="2024-04-29T09:08:15.857" v="332" actId="14100"/>
      <pc:docMkLst>
        <pc:docMk/>
      </pc:docMkLst>
      <pc:sldChg chg="addSp delSp modSp mod">
        <pc:chgData name="Rahul Pathak" userId="c1cfdd16-c555-4f97-af87-bfb6a256af27" providerId="ADAL" clId="{06E038DF-2245-49DF-BE59-A1E52055234E}" dt="2024-04-29T07:55:28.518" v="224" actId="14734"/>
        <pc:sldMkLst>
          <pc:docMk/>
          <pc:sldMk cId="851539197" sldId="257"/>
        </pc:sldMkLst>
        <pc:spChg chg="mod">
          <ac:chgData name="Rahul Pathak" userId="c1cfdd16-c555-4f97-af87-bfb6a256af27" providerId="ADAL" clId="{06E038DF-2245-49DF-BE59-A1E52055234E}" dt="2024-04-29T06:46:22.056" v="75" actId="6549"/>
          <ac:spMkLst>
            <pc:docMk/>
            <pc:sldMk cId="851539197" sldId="257"/>
            <ac:spMk id="7" creationId="{CA0A0C14-C20A-74E2-A2B1-28888A7F3D8F}"/>
          </ac:spMkLst>
        </pc:spChg>
        <pc:graphicFrameChg chg="add mod modGraphic">
          <ac:chgData name="Rahul Pathak" userId="c1cfdd16-c555-4f97-af87-bfb6a256af27" providerId="ADAL" clId="{06E038DF-2245-49DF-BE59-A1E52055234E}" dt="2024-04-29T07:55:28.518" v="224" actId="14734"/>
          <ac:graphicFrameMkLst>
            <pc:docMk/>
            <pc:sldMk cId="851539197" sldId="257"/>
            <ac:graphicFrameMk id="2" creationId="{9CB3BE6C-C4B0-F314-38C1-F04C56DAB8E6}"/>
          </ac:graphicFrameMkLst>
        </pc:graphicFrameChg>
        <pc:graphicFrameChg chg="add del mod modGraphic">
          <ac:chgData name="Rahul Pathak" userId="c1cfdd16-c555-4f97-af87-bfb6a256af27" providerId="ADAL" clId="{06E038DF-2245-49DF-BE59-A1E52055234E}" dt="2024-04-29T07:53:44.391" v="213" actId="21"/>
          <ac:graphicFrameMkLst>
            <pc:docMk/>
            <pc:sldMk cId="851539197" sldId="257"/>
            <ac:graphicFrameMk id="8" creationId="{EF408939-3B49-3950-C059-283CD663FBC2}"/>
          </ac:graphicFrameMkLst>
        </pc:graphicFrameChg>
      </pc:sldChg>
      <pc:sldChg chg="addSp delSp modSp new mod">
        <pc:chgData name="Rahul Pathak" userId="c1cfdd16-c555-4f97-af87-bfb6a256af27" providerId="ADAL" clId="{06E038DF-2245-49DF-BE59-A1E52055234E}" dt="2024-04-29T07:54:19.816" v="217"/>
        <pc:sldMkLst>
          <pc:docMk/>
          <pc:sldMk cId="1207821570" sldId="258"/>
        </pc:sldMkLst>
        <pc:spChg chg="del">
          <ac:chgData name="Rahul Pathak" userId="c1cfdd16-c555-4f97-af87-bfb6a256af27" providerId="ADAL" clId="{06E038DF-2245-49DF-BE59-A1E52055234E}" dt="2024-04-29T05:54:44.137" v="63" actId="21"/>
          <ac:spMkLst>
            <pc:docMk/>
            <pc:sldMk cId="1207821570" sldId="258"/>
            <ac:spMk id="2" creationId="{8D1439B7-CD77-CC9B-1248-428F73D3E24E}"/>
          </ac:spMkLst>
        </pc:spChg>
        <pc:spChg chg="del">
          <ac:chgData name="Rahul Pathak" userId="c1cfdd16-c555-4f97-af87-bfb6a256af27" providerId="ADAL" clId="{06E038DF-2245-49DF-BE59-A1E52055234E}" dt="2024-04-29T06:45:25.607" v="64" actId="931"/>
          <ac:spMkLst>
            <pc:docMk/>
            <pc:sldMk cId="1207821570" sldId="258"/>
            <ac:spMk id="3" creationId="{D12F3315-45E2-196D-76A9-29B1BE05371F}"/>
          </ac:spMkLst>
        </pc:spChg>
        <pc:spChg chg="add mod">
          <ac:chgData name="Rahul Pathak" userId="c1cfdd16-c555-4f97-af87-bfb6a256af27" providerId="ADAL" clId="{06E038DF-2245-49DF-BE59-A1E52055234E}" dt="2024-04-29T06:58:26.804" v="91"/>
          <ac:spMkLst>
            <pc:docMk/>
            <pc:sldMk cId="1207821570" sldId="258"/>
            <ac:spMk id="5" creationId="{62916970-9542-AD06-23CA-772FBFA3F5A2}"/>
          </ac:spMkLst>
        </pc:spChg>
        <pc:graphicFrameChg chg="add del mod modGraphic">
          <ac:chgData name="Rahul Pathak" userId="c1cfdd16-c555-4f97-af87-bfb6a256af27" providerId="ADAL" clId="{06E038DF-2245-49DF-BE59-A1E52055234E}" dt="2024-04-29T07:04:09.721" v="166" actId="21"/>
          <ac:graphicFrameMkLst>
            <pc:docMk/>
            <pc:sldMk cId="1207821570" sldId="258"/>
            <ac:graphicFrameMk id="6" creationId="{5D029688-8058-777C-16DB-2AF987ACF8B2}"/>
          </ac:graphicFrameMkLst>
        </pc:graphicFrameChg>
        <pc:graphicFrameChg chg="add mod modGraphic">
          <ac:chgData name="Rahul Pathak" userId="c1cfdd16-c555-4f97-af87-bfb6a256af27" providerId="ADAL" clId="{06E038DF-2245-49DF-BE59-A1E52055234E}" dt="2024-04-29T07:54:19.816" v="217"/>
          <ac:graphicFrameMkLst>
            <pc:docMk/>
            <pc:sldMk cId="1207821570" sldId="258"/>
            <ac:graphicFrameMk id="7" creationId="{3314FF70-3398-5B7C-8075-8F593F3CECA3}"/>
          </ac:graphicFrameMkLst>
        </pc:graphicFrameChg>
        <pc:picChg chg="add mod">
          <ac:chgData name="Rahul Pathak" userId="c1cfdd16-c555-4f97-af87-bfb6a256af27" providerId="ADAL" clId="{06E038DF-2245-49DF-BE59-A1E52055234E}" dt="2024-04-29T06:45:33.524" v="68" actId="14100"/>
          <ac:picMkLst>
            <pc:docMk/>
            <pc:sldMk cId="1207821570" sldId="258"/>
            <ac:picMk id="4" creationId="{39EF19E9-1670-2ADF-4A29-2EA23FCFE688}"/>
          </ac:picMkLst>
        </pc:picChg>
      </pc:sldChg>
      <pc:sldChg chg="addSp delSp modSp new mod">
        <pc:chgData name="Rahul Pathak" userId="c1cfdd16-c555-4f97-af87-bfb6a256af27" providerId="ADAL" clId="{06E038DF-2245-49DF-BE59-A1E52055234E}" dt="2024-04-29T07:55:13.778" v="222"/>
        <pc:sldMkLst>
          <pc:docMk/>
          <pc:sldMk cId="3247524532" sldId="259"/>
        </pc:sldMkLst>
        <pc:spChg chg="del">
          <ac:chgData name="Rahul Pathak" userId="c1cfdd16-c555-4f97-af87-bfb6a256af27" providerId="ADAL" clId="{06E038DF-2245-49DF-BE59-A1E52055234E}" dt="2024-04-29T07:00:05.922" v="148" actId="21"/>
          <ac:spMkLst>
            <pc:docMk/>
            <pc:sldMk cId="3247524532" sldId="259"/>
            <ac:spMk id="2" creationId="{E766099F-09F9-81A3-0477-944C3C91703D}"/>
          </ac:spMkLst>
        </pc:spChg>
        <pc:spChg chg="del">
          <ac:chgData name="Rahul Pathak" userId="c1cfdd16-c555-4f97-af87-bfb6a256af27" providerId="ADAL" clId="{06E038DF-2245-49DF-BE59-A1E52055234E}" dt="2024-04-29T07:01:04.188" v="149" actId="931"/>
          <ac:spMkLst>
            <pc:docMk/>
            <pc:sldMk cId="3247524532" sldId="259"/>
            <ac:spMk id="3" creationId="{D32F7D64-E72B-5F62-2F16-73D0A2C4FE23}"/>
          </ac:spMkLst>
        </pc:spChg>
        <pc:spChg chg="add mod">
          <ac:chgData name="Rahul Pathak" userId="c1cfdd16-c555-4f97-af87-bfb6a256af27" providerId="ADAL" clId="{06E038DF-2245-49DF-BE59-A1E52055234E}" dt="2024-04-29T07:54:40.839" v="220" actId="1076"/>
          <ac:spMkLst>
            <pc:docMk/>
            <pc:sldMk cId="3247524532" sldId="259"/>
            <ac:spMk id="6" creationId="{F5EA2554-7D33-37C0-9EAE-1199921CCFBA}"/>
          </ac:spMkLst>
        </pc:spChg>
        <pc:spChg chg="add mod">
          <ac:chgData name="Rahul Pathak" userId="c1cfdd16-c555-4f97-af87-bfb6a256af27" providerId="ADAL" clId="{06E038DF-2245-49DF-BE59-A1E52055234E}" dt="2024-04-29T07:01:33.962" v="160"/>
          <ac:spMkLst>
            <pc:docMk/>
            <pc:sldMk cId="3247524532" sldId="259"/>
            <ac:spMk id="7" creationId="{89AD9CF4-F0F4-413F-B3D4-A2AC1D8C7264}"/>
          </ac:spMkLst>
        </pc:spChg>
        <pc:graphicFrameChg chg="add mod modGraphic">
          <ac:chgData name="Rahul Pathak" userId="c1cfdd16-c555-4f97-af87-bfb6a256af27" providerId="ADAL" clId="{06E038DF-2245-49DF-BE59-A1E52055234E}" dt="2024-04-29T07:55:13.778" v="222"/>
          <ac:graphicFrameMkLst>
            <pc:docMk/>
            <pc:sldMk cId="3247524532" sldId="259"/>
            <ac:graphicFrameMk id="8" creationId="{0170340E-5E8B-C876-E9D6-AA1C333B5BE9}"/>
          </ac:graphicFrameMkLst>
        </pc:graphicFrameChg>
        <pc:picChg chg="add mod">
          <ac:chgData name="Rahul Pathak" userId="c1cfdd16-c555-4f97-af87-bfb6a256af27" providerId="ADAL" clId="{06E038DF-2245-49DF-BE59-A1E52055234E}" dt="2024-04-29T07:01:08.846" v="153" actId="14100"/>
          <ac:picMkLst>
            <pc:docMk/>
            <pc:sldMk cId="3247524532" sldId="259"/>
            <ac:picMk id="5" creationId="{53422330-E6E8-A791-C6CB-C974D9A311C6}"/>
          </ac:picMkLst>
        </pc:picChg>
      </pc:sldChg>
      <pc:sldChg chg="addSp delSp modSp new mod">
        <pc:chgData name="Rahul Pathak" userId="c1cfdd16-c555-4f97-af87-bfb6a256af27" providerId="ADAL" clId="{06E038DF-2245-49DF-BE59-A1E52055234E}" dt="2024-04-29T08:21:40.457" v="246"/>
        <pc:sldMkLst>
          <pc:docMk/>
          <pc:sldMk cId="1490773673" sldId="260"/>
        </pc:sldMkLst>
        <pc:spChg chg="del">
          <ac:chgData name="Rahul Pathak" userId="c1cfdd16-c555-4f97-af87-bfb6a256af27" providerId="ADAL" clId="{06E038DF-2245-49DF-BE59-A1E52055234E}" dt="2024-04-29T07:49:10.133" v="179" actId="21"/>
          <ac:spMkLst>
            <pc:docMk/>
            <pc:sldMk cId="1490773673" sldId="260"/>
            <ac:spMk id="2" creationId="{C0105FE9-F283-E958-77D2-3B33E6396969}"/>
          </ac:spMkLst>
        </pc:spChg>
        <pc:spChg chg="del">
          <ac:chgData name="Rahul Pathak" userId="c1cfdd16-c555-4f97-af87-bfb6a256af27" providerId="ADAL" clId="{06E038DF-2245-49DF-BE59-A1E52055234E}" dt="2024-04-29T07:49:01.358" v="177"/>
          <ac:spMkLst>
            <pc:docMk/>
            <pc:sldMk cId="1490773673" sldId="260"/>
            <ac:spMk id="3" creationId="{F2712015-FAC7-15EB-27AA-1333710CA54A}"/>
          </ac:spMkLst>
        </pc:spChg>
        <pc:spChg chg="add mod">
          <ac:chgData name="Rahul Pathak" userId="c1cfdd16-c555-4f97-af87-bfb6a256af27" providerId="ADAL" clId="{06E038DF-2245-49DF-BE59-A1E52055234E}" dt="2024-04-29T07:51:53.094" v="196" actId="20577"/>
          <ac:spMkLst>
            <pc:docMk/>
            <pc:sldMk cId="1490773673" sldId="260"/>
            <ac:spMk id="4" creationId="{77CF5E33-D88B-119A-8F1B-A76799196CEC}"/>
          </ac:spMkLst>
        </pc:spChg>
        <pc:graphicFrameChg chg="add mod modGraphic">
          <ac:chgData name="Rahul Pathak" userId="c1cfdd16-c555-4f97-af87-bfb6a256af27" providerId="ADAL" clId="{06E038DF-2245-49DF-BE59-A1E52055234E}" dt="2024-04-29T08:21:40.457" v="246"/>
          <ac:graphicFrameMkLst>
            <pc:docMk/>
            <pc:sldMk cId="1490773673" sldId="260"/>
            <ac:graphicFrameMk id="5" creationId="{D05D2207-DFBB-0C2A-57FE-F02D0959D1A4}"/>
          </ac:graphicFrameMkLst>
        </pc:graphicFrameChg>
        <pc:picChg chg="add mod">
          <ac:chgData name="Rahul Pathak" userId="c1cfdd16-c555-4f97-af87-bfb6a256af27" providerId="ADAL" clId="{06E038DF-2245-49DF-BE59-A1E52055234E}" dt="2024-04-29T07:49:54.408" v="183" actId="14100"/>
          <ac:picMkLst>
            <pc:docMk/>
            <pc:sldMk cId="1490773673" sldId="260"/>
            <ac:picMk id="3074" creationId="{2512825F-EA3C-5219-F4D8-BD92D6ED008E}"/>
          </ac:picMkLst>
        </pc:picChg>
      </pc:sldChg>
      <pc:sldChg chg="addSp delSp modSp new mod">
        <pc:chgData name="Rahul Pathak" userId="c1cfdd16-c555-4f97-af87-bfb6a256af27" providerId="ADAL" clId="{06E038DF-2245-49DF-BE59-A1E52055234E}" dt="2024-04-29T08:35:32.183" v="267"/>
        <pc:sldMkLst>
          <pc:docMk/>
          <pc:sldMk cId="1857909903" sldId="261"/>
        </pc:sldMkLst>
        <pc:spChg chg="del">
          <ac:chgData name="Rahul Pathak" userId="c1cfdd16-c555-4f97-af87-bfb6a256af27" providerId="ADAL" clId="{06E038DF-2245-49DF-BE59-A1E52055234E}" dt="2024-04-29T08:19:37.038" v="226" actId="21"/>
          <ac:spMkLst>
            <pc:docMk/>
            <pc:sldMk cId="1857909903" sldId="261"/>
            <ac:spMk id="2" creationId="{EB39EE7B-BE56-86AE-C486-AD244C759239}"/>
          </ac:spMkLst>
        </pc:spChg>
        <pc:spChg chg="del">
          <ac:chgData name="Rahul Pathak" userId="c1cfdd16-c555-4f97-af87-bfb6a256af27" providerId="ADAL" clId="{06E038DF-2245-49DF-BE59-A1E52055234E}" dt="2024-04-29T08:19:41.397" v="227" actId="931"/>
          <ac:spMkLst>
            <pc:docMk/>
            <pc:sldMk cId="1857909903" sldId="261"/>
            <ac:spMk id="3" creationId="{1B213A77-F74C-EF83-BCEB-53792F0F64BF}"/>
          </ac:spMkLst>
        </pc:spChg>
        <pc:spChg chg="add mod">
          <ac:chgData name="Rahul Pathak" userId="c1cfdd16-c555-4f97-af87-bfb6a256af27" providerId="ADAL" clId="{06E038DF-2245-49DF-BE59-A1E52055234E}" dt="2024-04-29T08:20:43.020" v="242"/>
          <ac:spMkLst>
            <pc:docMk/>
            <pc:sldMk cId="1857909903" sldId="261"/>
            <ac:spMk id="6" creationId="{3CE16A44-662F-A6A8-4129-82E43649A83F}"/>
          </ac:spMkLst>
        </pc:spChg>
        <pc:graphicFrameChg chg="add mod modGraphic">
          <ac:chgData name="Rahul Pathak" userId="c1cfdd16-c555-4f97-af87-bfb6a256af27" providerId="ADAL" clId="{06E038DF-2245-49DF-BE59-A1E52055234E}" dt="2024-04-29T08:35:32.183" v="267"/>
          <ac:graphicFrameMkLst>
            <pc:docMk/>
            <pc:sldMk cId="1857909903" sldId="261"/>
            <ac:graphicFrameMk id="7" creationId="{F9888296-0CB9-5183-2517-70C414EB464E}"/>
          </ac:graphicFrameMkLst>
        </pc:graphicFrameChg>
        <pc:picChg chg="add mod">
          <ac:chgData name="Rahul Pathak" userId="c1cfdd16-c555-4f97-af87-bfb6a256af27" providerId="ADAL" clId="{06E038DF-2245-49DF-BE59-A1E52055234E}" dt="2024-04-29T08:19:49.450" v="231" actId="14100"/>
          <ac:picMkLst>
            <pc:docMk/>
            <pc:sldMk cId="1857909903" sldId="261"/>
            <ac:picMk id="5" creationId="{3C5547BE-1ADC-C509-5AA6-058FB3CBB126}"/>
          </ac:picMkLst>
        </pc:picChg>
      </pc:sldChg>
      <pc:sldChg chg="addSp delSp modSp new mod modNotesTx">
        <pc:chgData name="Rahul Pathak" userId="c1cfdd16-c555-4f97-af87-bfb6a256af27" providerId="ADAL" clId="{06E038DF-2245-49DF-BE59-A1E52055234E}" dt="2024-04-29T08:43:12.277" v="289"/>
        <pc:sldMkLst>
          <pc:docMk/>
          <pc:sldMk cId="1979610592" sldId="262"/>
        </pc:sldMkLst>
        <pc:spChg chg="del">
          <ac:chgData name="Rahul Pathak" userId="c1cfdd16-c555-4f97-af87-bfb6a256af27" providerId="ADAL" clId="{06E038DF-2245-49DF-BE59-A1E52055234E}" dt="2024-04-29T08:23:12.387" v="249" actId="21"/>
          <ac:spMkLst>
            <pc:docMk/>
            <pc:sldMk cId="1979610592" sldId="262"/>
            <ac:spMk id="2" creationId="{6E2D1027-6B65-5F96-7148-272A5A0ADEF7}"/>
          </ac:spMkLst>
        </pc:spChg>
        <pc:spChg chg="del">
          <ac:chgData name="Rahul Pathak" userId="c1cfdd16-c555-4f97-af87-bfb6a256af27" providerId="ADAL" clId="{06E038DF-2245-49DF-BE59-A1E52055234E}" dt="2024-04-29T08:23:27.191" v="250" actId="931"/>
          <ac:spMkLst>
            <pc:docMk/>
            <pc:sldMk cId="1979610592" sldId="262"/>
            <ac:spMk id="3" creationId="{06938849-C63A-5D7C-1EC4-8C57F4CA9348}"/>
          </ac:spMkLst>
        </pc:spChg>
        <pc:spChg chg="add mod">
          <ac:chgData name="Rahul Pathak" userId="c1cfdd16-c555-4f97-af87-bfb6a256af27" providerId="ADAL" clId="{06E038DF-2245-49DF-BE59-A1E52055234E}" dt="2024-04-29T08:23:59.037" v="262" actId="20577"/>
          <ac:spMkLst>
            <pc:docMk/>
            <pc:sldMk cId="1979610592" sldId="262"/>
            <ac:spMk id="6" creationId="{E723476D-C0BF-0E78-32DD-42CD9C8C66DB}"/>
          </ac:spMkLst>
        </pc:spChg>
        <pc:graphicFrameChg chg="add mod modGraphic">
          <ac:chgData name="Rahul Pathak" userId="c1cfdd16-c555-4f97-af87-bfb6a256af27" providerId="ADAL" clId="{06E038DF-2245-49DF-BE59-A1E52055234E}" dt="2024-04-29T08:43:12.277" v="289"/>
          <ac:graphicFrameMkLst>
            <pc:docMk/>
            <pc:sldMk cId="1979610592" sldId="262"/>
            <ac:graphicFrameMk id="7" creationId="{5E0FF4E1-F15B-97CD-93E5-E1C7E95B29CF}"/>
          </ac:graphicFrameMkLst>
        </pc:graphicFrameChg>
        <pc:picChg chg="add mod">
          <ac:chgData name="Rahul Pathak" userId="c1cfdd16-c555-4f97-af87-bfb6a256af27" providerId="ADAL" clId="{06E038DF-2245-49DF-BE59-A1E52055234E}" dt="2024-04-29T08:23:34.484" v="254" actId="14100"/>
          <ac:picMkLst>
            <pc:docMk/>
            <pc:sldMk cId="1979610592" sldId="262"/>
            <ac:picMk id="5" creationId="{E7E96072-F552-C8A6-11C3-B7273DEAEBD8}"/>
          </ac:picMkLst>
        </pc:picChg>
      </pc:sldChg>
      <pc:sldChg chg="new">
        <pc:chgData name="Rahul Pathak" userId="c1cfdd16-c555-4f97-af87-bfb6a256af27" providerId="ADAL" clId="{06E038DF-2245-49DF-BE59-A1E52055234E}" dt="2024-04-29T08:35:59.431" v="269" actId="680"/>
        <pc:sldMkLst>
          <pc:docMk/>
          <pc:sldMk cId="2513449042" sldId="263"/>
        </pc:sldMkLst>
      </pc:sldChg>
      <pc:sldChg chg="addSp delSp modSp new mod">
        <pc:chgData name="Rahul Pathak" userId="c1cfdd16-c555-4f97-af87-bfb6a256af27" providerId="ADAL" clId="{06E038DF-2245-49DF-BE59-A1E52055234E}" dt="2024-04-29T09:02:33.972" v="312"/>
        <pc:sldMkLst>
          <pc:docMk/>
          <pc:sldMk cId="711402059" sldId="264"/>
        </pc:sldMkLst>
        <pc:spChg chg="del">
          <ac:chgData name="Rahul Pathak" userId="c1cfdd16-c555-4f97-af87-bfb6a256af27" providerId="ADAL" clId="{06E038DF-2245-49DF-BE59-A1E52055234E}" dt="2024-04-29T08:37:09.141" v="271" actId="21"/>
          <ac:spMkLst>
            <pc:docMk/>
            <pc:sldMk cId="711402059" sldId="264"/>
            <ac:spMk id="2" creationId="{4BB8B2E9-A0DC-2893-02FA-A7FE941CB915}"/>
          </ac:spMkLst>
        </pc:spChg>
        <pc:spChg chg="del">
          <ac:chgData name="Rahul Pathak" userId="c1cfdd16-c555-4f97-af87-bfb6a256af27" providerId="ADAL" clId="{06E038DF-2245-49DF-BE59-A1E52055234E}" dt="2024-04-29T08:41:36.197" v="272" actId="931"/>
          <ac:spMkLst>
            <pc:docMk/>
            <pc:sldMk cId="711402059" sldId="264"/>
            <ac:spMk id="3" creationId="{313F73CE-3C20-56B4-679A-5F4FDD1873E3}"/>
          </ac:spMkLst>
        </pc:spChg>
        <pc:spChg chg="add mod">
          <ac:chgData name="Rahul Pathak" userId="c1cfdd16-c555-4f97-af87-bfb6a256af27" providerId="ADAL" clId="{06E038DF-2245-49DF-BE59-A1E52055234E}" dt="2024-04-29T08:41:59.325" v="285" actId="20577"/>
          <ac:spMkLst>
            <pc:docMk/>
            <pc:sldMk cId="711402059" sldId="264"/>
            <ac:spMk id="6" creationId="{6188EAA2-ED51-A08E-E51C-2A2F77B91F86}"/>
          </ac:spMkLst>
        </pc:spChg>
        <pc:graphicFrameChg chg="add mod modGraphic">
          <ac:chgData name="Rahul Pathak" userId="c1cfdd16-c555-4f97-af87-bfb6a256af27" providerId="ADAL" clId="{06E038DF-2245-49DF-BE59-A1E52055234E}" dt="2024-04-29T09:02:33.972" v="312"/>
          <ac:graphicFrameMkLst>
            <pc:docMk/>
            <pc:sldMk cId="711402059" sldId="264"/>
            <ac:graphicFrameMk id="7" creationId="{E3BE36AE-9A0B-D8A2-56FC-7614E25A8D70}"/>
          </ac:graphicFrameMkLst>
        </pc:graphicFrameChg>
        <pc:picChg chg="add mod">
          <ac:chgData name="Rahul Pathak" userId="c1cfdd16-c555-4f97-af87-bfb6a256af27" providerId="ADAL" clId="{06E038DF-2245-49DF-BE59-A1E52055234E}" dt="2024-04-29T08:41:42.546" v="276" actId="14100"/>
          <ac:picMkLst>
            <pc:docMk/>
            <pc:sldMk cId="711402059" sldId="264"/>
            <ac:picMk id="5" creationId="{2DEB41E6-317C-D838-E29A-9D14AC86E6E6}"/>
          </ac:picMkLst>
        </pc:picChg>
      </pc:sldChg>
      <pc:sldChg chg="addSp delSp modSp new mod">
        <pc:chgData name="Rahul Pathak" userId="c1cfdd16-c555-4f97-af87-bfb6a256af27" providerId="ADAL" clId="{06E038DF-2245-49DF-BE59-A1E52055234E}" dt="2024-04-29T09:02:37.609" v="313" actId="108"/>
        <pc:sldMkLst>
          <pc:docMk/>
          <pc:sldMk cId="1904759311" sldId="265"/>
        </pc:sldMkLst>
        <pc:spChg chg="del">
          <ac:chgData name="Rahul Pathak" userId="c1cfdd16-c555-4f97-af87-bfb6a256af27" providerId="ADAL" clId="{06E038DF-2245-49DF-BE59-A1E52055234E}" dt="2024-04-29T08:57:38.028" v="296" actId="21"/>
          <ac:spMkLst>
            <pc:docMk/>
            <pc:sldMk cId="1904759311" sldId="265"/>
            <ac:spMk id="2" creationId="{EA38B624-FC3B-B766-0651-323C27225CF8}"/>
          </ac:spMkLst>
        </pc:spChg>
        <pc:spChg chg="del">
          <ac:chgData name="Rahul Pathak" userId="c1cfdd16-c555-4f97-af87-bfb6a256af27" providerId="ADAL" clId="{06E038DF-2245-49DF-BE59-A1E52055234E}" dt="2024-04-29T08:57:16.567" v="292" actId="931"/>
          <ac:spMkLst>
            <pc:docMk/>
            <pc:sldMk cId="1904759311" sldId="265"/>
            <ac:spMk id="3" creationId="{A2C80DB3-E58D-6FAC-10FE-1625DD1AF116}"/>
          </ac:spMkLst>
        </pc:spChg>
        <pc:spChg chg="add mod">
          <ac:chgData name="Rahul Pathak" userId="c1cfdd16-c555-4f97-af87-bfb6a256af27" providerId="ADAL" clId="{06E038DF-2245-49DF-BE59-A1E52055234E}" dt="2024-04-29T09:01:19.422" v="308" actId="20577"/>
          <ac:spMkLst>
            <pc:docMk/>
            <pc:sldMk cId="1904759311" sldId="265"/>
            <ac:spMk id="6" creationId="{4A62FB21-0EE5-5D63-84CA-AA04FC3253AB}"/>
          </ac:spMkLst>
        </pc:spChg>
        <pc:graphicFrameChg chg="add mod">
          <ac:chgData name="Rahul Pathak" userId="c1cfdd16-c555-4f97-af87-bfb6a256af27" providerId="ADAL" clId="{06E038DF-2245-49DF-BE59-A1E52055234E}" dt="2024-04-29T09:00:47.767" v="302"/>
          <ac:graphicFrameMkLst>
            <pc:docMk/>
            <pc:sldMk cId="1904759311" sldId="265"/>
            <ac:graphicFrameMk id="7" creationId="{0CE00173-711B-B194-DC0F-D3CE1B516413}"/>
          </ac:graphicFrameMkLst>
        </pc:graphicFrameChg>
        <pc:graphicFrameChg chg="add mod modGraphic">
          <ac:chgData name="Rahul Pathak" userId="c1cfdd16-c555-4f97-af87-bfb6a256af27" providerId="ADAL" clId="{06E038DF-2245-49DF-BE59-A1E52055234E}" dt="2024-04-29T09:02:37.609" v="313" actId="108"/>
          <ac:graphicFrameMkLst>
            <pc:docMk/>
            <pc:sldMk cId="1904759311" sldId="265"/>
            <ac:graphicFrameMk id="8" creationId="{FF7FB1DE-0F84-AD0C-54EA-0F7E0F24F465}"/>
          </ac:graphicFrameMkLst>
        </pc:graphicFrameChg>
        <pc:picChg chg="add mod">
          <ac:chgData name="Rahul Pathak" userId="c1cfdd16-c555-4f97-af87-bfb6a256af27" providerId="ADAL" clId="{06E038DF-2245-49DF-BE59-A1E52055234E}" dt="2024-04-29T08:57:43.791" v="298" actId="14100"/>
          <ac:picMkLst>
            <pc:docMk/>
            <pc:sldMk cId="1904759311" sldId="265"/>
            <ac:picMk id="5" creationId="{7A4E6A74-1AE4-0C08-A024-738C4D4503F0}"/>
          </ac:picMkLst>
        </pc:picChg>
      </pc:sldChg>
      <pc:sldChg chg="addSp delSp modSp new mod">
        <pc:chgData name="Rahul Pathak" userId="c1cfdd16-c555-4f97-af87-bfb6a256af27" providerId="ADAL" clId="{06E038DF-2245-49DF-BE59-A1E52055234E}" dt="2024-04-29T09:08:15.857" v="332" actId="14100"/>
        <pc:sldMkLst>
          <pc:docMk/>
          <pc:sldMk cId="2439239375" sldId="266"/>
        </pc:sldMkLst>
        <pc:spChg chg="del">
          <ac:chgData name="Rahul Pathak" userId="c1cfdd16-c555-4f97-af87-bfb6a256af27" providerId="ADAL" clId="{06E038DF-2245-49DF-BE59-A1E52055234E}" dt="2024-04-29T09:06:35.110" v="315" actId="21"/>
          <ac:spMkLst>
            <pc:docMk/>
            <pc:sldMk cId="2439239375" sldId="266"/>
            <ac:spMk id="2" creationId="{B77B7508-F451-411B-54AC-AF12625975AA}"/>
          </ac:spMkLst>
        </pc:spChg>
        <pc:spChg chg="del mod">
          <ac:chgData name="Rahul Pathak" userId="c1cfdd16-c555-4f97-af87-bfb6a256af27" providerId="ADAL" clId="{06E038DF-2245-49DF-BE59-A1E52055234E}" dt="2024-04-29T09:06:44.857" v="317" actId="931"/>
          <ac:spMkLst>
            <pc:docMk/>
            <pc:sldMk cId="2439239375" sldId="266"/>
            <ac:spMk id="3" creationId="{68B192BA-BD55-352D-8010-3F8E846F5FCC}"/>
          </ac:spMkLst>
        </pc:spChg>
        <pc:spChg chg="add mod">
          <ac:chgData name="Rahul Pathak" userId="c1cfdd16-c555-4f97-af87-bfb6a256af27" providerId="ADAL" clId="{06E038DF-2245-49DF-BE59-A1E52055234E}" dt="2024-04-29T09:07:04.898" v="329" actId="20577"/>
          <ac:spMkLst>
            <pc:docMk/>
            <pc:sldMk cId="2439239375" sldId="266"/>
            <ac:spMk id="6" creationId="{E77D7F18-4236-BC95-95E8-4133E231E92B}"/>
          </ac:spMkLst>
        </pc:spChg>
        <pc:graphicFrameChg chg="add mod modGraphic">
          <ac:chgData name="Rahul Pathak" userId="c1cfdd16-c555-4f97-af87-bfb6a256af27" providerId="ADAL" clId="{06E038DF-2245-49DF-BE59-A1E52055234E}" dt="2024-04-29T09:08:15.857" v="332" actId="14100"/>
          <ac:graphicFrameMkLst>
            <pc:docMk/>
            <pc:sldMk cId="2439239375" sldId="266"/>
            <ac:graphicFrameMk id="7" creationId="{44867678-D1C2-772C-3679-83FE6EDCFEE0}"/>
          </ac:graphicFrameMkLst>
        </pc:graphicFrameChg>
        <pc:picChg chg="add mod">
          <ac:chgData name="Rahul Pathak" userId="c1cfdd16-c555-4f97-af87-bfb6a256af27" providerId="ADAL" clId="{06E038DF-2245-49DF-BE59-A1E52055234E}" dt="2024-04-29T09:06:51.757" v="321" actId="14100"/>
          <ac:picMkLst>
            <pc:docMk/>
            <pc:sldMk cId="2439239375" sldId="266"/>
            <ac:picMk id="5" creationId="{C433E60A-1390-22BC-ED41-B2555F77063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81DF58-5AB3-4660-BF86-9FA6FA29302C}" type="datetimeFigureOut">
              <a:rPr lang="en-IN" smtClean="0"/>
              <a:t>29-04-2024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8DDA13-1E23-450A-9410-DC9D27BBE3C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4861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r>
              <a:rPr lang="en-US" dirty="0"/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XS</a:t>
            </a:r>
            <a:r>
              <a:rPr lang="en-US" dirty="0"/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</a:t>
            </a:r>
            <a:r>
              <a:rPr lang="en-US" dirty="0"/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</a:t>
            </a:r>
            <a:r>
              <a:rPr lang="en-US" dirty="0"/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</a:t>
            </a:r>
            <a:r>
              <a:rPr lang="en-US" dirty="0"/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XL</a:t>
            </a:r>
            <a:r>
              <a:rPr lang="en-US" dirty="0"/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2XL</a:t>
            </a:r>
            <a:r>
              <a:rPr lang="en-US" dirty="0"/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3XL</a:t>
            </a:r>
            <a:r>
              <a:rPr lang="en-US" dirty="0"/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Total</a:t>
            </a:r>
            <a:r>
              <a:rPr lang="en-US" dirty="0"/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Size</a:t>
            </a:r>
            <a:r>
              <a:rPr lang="en-US" dirty="0"/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r>
              <a:rPr lang="en-US" dirty="0"/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168</a:t>
            </a:r>
            <a:r>
              <a:rPr lang="en-US" dirty="0"/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344</a:t>
            </a:r>
            <a:r>
              <a:rPr lang="en-US" dirty="0"/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309</a:t>
            </a:r>
            <a:r>
              <a:rPr lang="en-US" dirty="0"/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90</a:t>
            </a:r>
            <a:r>
              <a:rPr lang="en-US" dirty="0"/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43</a:t>
            </a:r>
            <a:r>
              <a:rPr lang="en-US" dirty="0"/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r>
              <a:rPr lang="en-US" dirty="0"/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954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8DDA13-1E23-450A-9410-DC9D27BBE3C4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89286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8DDA13-1E23-450A-9410-DC9D27BBE3C4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5855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A2E96-5253-451D-497E-9B2E0401A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182E9A-EF6C-51A0-0FBC-268C11A296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452B2-004A-692F-9270-B2F888D1C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954CE-0F3F-458E-83CE-870C286ECB66}" type="datetimeFigureOut">
              <a:rPr lang="en-IN" smtClean="0"/>
              <a:t>29-04-2024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939A2-7DA5-E64A-2855-896ACF0F2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0C74B-BCEF-6FE7-1524-027BD7FCB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46EF6-1792-42B9-BB4C-F804831AF64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3911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104CF-37EE-2754-0B5B-6559636BC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32E8F-F4C2-7098-75F0-92BA9F595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DACB5-7A51-4F8D-049F-250A2DA67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954CE-0F3F-458E-83CE-870C286ECB66}" type="datetimeFigureOut">
              <a:rPr lang="en-IN" smtClean="0"/>
              <a:t>29-04-2024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2E51C-09CF-7069-7860-8E7D91056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F55A3-3D82-36DF-8523-DE23820AE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46EF6-1792-42B9-BB4C-F804831AF64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4751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80130-1A75-EB34-E0F4-58650885C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58050-10B1-083F-BC83-1D796832E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A39DC-D825-964D-897F-EB768854F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954CE-0F3F-458E-83CE-870C286ECB66}" type="datetimeFigureOut">
              <a:rPr lang="en-IN" smtClean="0"/>
              <a:t>29-04-2024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74848-09DB-1FCC-BB31-C6F567BFF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AA676-94A9-FBC9-FF87-CDEFC296D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46EF6-1792-42B9-BB4C-F804831AF64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0283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D7A76-B20F-18CB-7361-3948BAA59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EAE81-F5C7-BCE4-D304-55DF92B405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FDB304-EE25-BD99-4356-8E3E9B1E9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8D55E-B4E6-CF07-1286-B6719119C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954CE-0F3F-458E-83CE-870C286ECB66}" type="datetimeFigureOut">
              <a:rPr lang="en-IN" smtClean="0"/>
              <a:t>29-04-2024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8892E-A8E4-EC2F-44D5-BA4E81C86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396DF4-B91B-2F46-ADFB-E793CDB1F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46EF6-1792-42B9-BB4C-F804831AF64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2442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57E06-AFB3-1B05-A87F-6DB2BB002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88AD6-5E06-71B9-D61A-D942912F4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650778-C6A4-2FCF-DBF5-B1C8537A8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D6F8EF-5E2B-B0A2-9871-4072E09173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CDA5D2-A5DA-D943-C090-6DEF5C7EFE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F0D548-35FC-43EE-0B99-D3EE19FE1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954CE-0F3F-458E-83CE-870C286ECB66}" type="datetimeFigureOut">
              <a:rPr lang="en-IN" smtClean="0"/>
              <a:t>29-04-2024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F6CF55-6CD4-93DD-CD4E-04E4382E5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9BF5CD-6025-2E39-965B-7D975F09B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46EF6-1792-42B9-BB4C-F804831AF64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2138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95E67-5A0E-FF12-1954-7569A7ED9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A9EA28-29CC-61D9-E477-FF0E4DF0A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954CE-0F3F-458E-83CE-870C286ECB66}" type="datetimeFigureOut">
              <a:rPr lang="en-IN" smtClean="0"/>
              <a:t>29-04-2024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C42F6-8EBB-0F13-5927-459E07959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F79685-A3A7-EB5E-9AF5-098DA67EC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46EF6-1792-42B9-BB4C-F804831AF64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7494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9A0D67-B341-99BD-40C5-F63DF3D4C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954CE-0F3F-458E-83CE-870C286ECB66}" type="datetimeFigureOut">
              <a:rPr lang="en-IN" smtClean="0"/>
              <a:t>29-04-2024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990449-394F-CC9A-4EEB-4C3563B33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D2E056-8800-87C3-B31A-302D5A272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46EF6-1792-42B9-BB4C-F804831AF64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1613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AA7BE-649E-9B6F-CFE4-0F6D9542F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0C700-E819-FF02-71AB-C108EB6CA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E19BE3-3314-FC5A-009D-120A2D6EA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D7FFAE-3015-891B-A625-0E762202E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954CE-0F3F-458E-83CE-870C286ECB66}" type="datetimeFigureOut">
              <a:rPr lang="en-IN" smtClean="0"/>
              <a:t>29-04-2024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38EFD5-87DC-FB3F-D64D-06269EF5E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759836-3EC1-C1D4-D43F-9D1BC8A09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46EF6-1792-42B9-BB4C-F804831AF64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6077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B5D47-507D-E3AB-8DFC-C32837804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54AC46-344B-7A5D-7C3A-0F2355EC9F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BFADE2-C3CD-38C9-8D73-7AE57749A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6C2689-1F13-00B5-DD89-E70A418F4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954CE-0F3F-458E-83CE-870C286ECB66}" type="datetimeFigureOut">
              <a:rPr lang="en-IN" smtClean="0"/>
              <a:t>29-04-2024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806DCE-F37F-96EF-2672-641A1F63B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92F4F0-4E85-BE0A-AD6A-75228D759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46EF6-1792-42B9-BB4C-F804831AF64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3528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54032-4FD1-EF9E-3895-6B4D1F48D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2A21A-9818-D577-53F1-1AA5405415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B27A8-95FF-91F8-50D9-55A9B6E40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954CE-0F3F-458E-83CE-870C286ECB66}" type="datetimeFigureOut">
              <a:rPr lang="en-IN" smtClean="0"/>
              <a:t>29-04-2024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B26E6-F500-5E1A-C98B-853E89DCE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C7999-2009-1A2C-274B-5ED6B6C3E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46EF6-1792-42B9-BB4C-F804831AF64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3493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B57E53-A18E-3AB9-570E-61C8D117CD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752049-72B9-DCB1-13A8-C39D2458D0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B5ADB-2B93-7C76-893C-D75BB2936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954CE-0F3F-458E-83CE-870C286ECB66}" type="datetimeFigureOut">
              <a:rPr lang="en-IN" smtClean="0"/>
              <a:t>29-04-2024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F2133-73D0-BC81-B9BD-7F000ED9D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27E58-692E-D1B3-861A-269C7F214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46EF6-1792-42B9-BB4C-F804831AF64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284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713FFC-5ED2-B6D9-1C83-DF085A558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C797F-AD72-1DE2-DA9C-B157AA070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6F320-E469-22DE-0DC1-DA97943F03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0954CE-0F3F-458E-83CE-870C286ECB66}" type="datetimeFigureOut">
              <a:rPr lang="en-IN" smtClean="0"/>
              <a:t>29-04-2024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87938-AB4E-F644-D1EE-768497C6D2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61346-A8BF-D210-BB7E-72133C5A11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046EF6-1792-42B9-BB4C-F804831AF64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4964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84E926-F47C-55FA-D10C-BBA716D965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4121" y="4171528"/>
            <a:ext cx="9163757" cy="450447"/>
          </a:xfrm>
        </p:spPr>
        <p:txBody>
          <a:bodyPr anchor="ctr">
            <a:noAutofit/>
          </a:bodyPr>
          <a:lstStyle/>
          <a:p>
            <a:r>
              <a:rPr lang="en-US" sz="4800" dirty="0">
                <a:solidFill>
                  <a:schemeClr val="tx2"/>
                </a:solidFill>
              </a:rPr>
              <a:t>Jackets &amp; Hoodies </a:t>
            </a:r>
            <a:endParaRPr lang="en-IN" sz="4800" dirty="0">
              <a:solidFill>
                <a:schemeClr val="tx2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 descr="Commerce Cloud Storefront Reference Architecture">
            <a:extLst>
              <a:ext uri="{FF2B5EF4-FFF2-40B4-BE49-F238E27FC236}">
                <a16:creationId xmlns:a16="http://schemas.microsoft.com/office/drawing/2014/main" id="{91E5A75C-9A5D-472D-18A1-198C2DD78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2342" y="1234257"/>
            <a:ext cx="11525864" cy="1008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18665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person in a blue jacket">
            <a:extLst>
              <a:ext uri="{FF2B5EF4-FFF2-40B4-BE49-F238E27FC236}">
                <a16:creationId xmlns:a16="http://schemas.microsoft.com/office/drawing/2014/main" id="{A608C816-EB20-4045-0638-E5F5A7462F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92538" cy="5040086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0A0C14-C20A-74E2-A2B1-28888A7F3D8F}"/>
              </a:ext>
            </a:extLst>
          </p:cNvPr>
          <p:cNvSpPr txBox="1"/>
          <p:nvPr/>
        </p:nvSpPr>
        <p:spPr>
          <a:xfrm>
            <a:off x="6531429" y="1099457"/>
            <a:ext cx="484414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Model no:M3JA212A_NVY</a:t>
            </a:r>
          </a:p>
          <a:p>
            <a:pPr algn="l"/>
            <a:br>
              <a:rPr lang="en-US" dirty="0"/>
            </a:br>
            <a:r>
              <a:rPr lang="en-US" dirty="0"/>
              <a:t>MRP: 4799/-</a:t>
            </a:r>
          </a:p>
          <a:p>
            <a:pPr algn="l"/>
            <a:br>
              <a:rPr lang="en-US" dirty="0"/>
            </a:br>
            <a:r>
              <a:rPr lang="en-US" dirty="0"/>
              <a:t>Design Details :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88% Polyester, 12% Spandex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Full zip jacket with varsity collar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Zipper hand entry pocket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Interior chest pocket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Reflective diamond logo on left chest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dirty="0">
              <a:solidFill>
                <a:srgbClr val="434343"/>
              </a:solidFill>
              <a:highlight>
                <a:srgbClr val="F5F5F5"/>
              </a:highlight>
              <a:latin typeface="Mulish"/>
            </a:endParaRPr>
          </a:p>
          <a:p>
            <a:pPr algn="l"/>
            <a:r>
              <a:rPr lang="en-IN" dirty="0">
                <a:solidFill>
                  <a:srgbClr val="434343"/>
                </a:solidFill>
                <a:highlight>
                  <a:srgbClr val="F5F5F5"/>
                </a:highlight>
                <a:latin typeface="Mulish"/>
              </a:rPr>
              <a:t>Availability :</a:t>
            </a:r>
            <a:br>
              <a:rPr lang="en-IN" dirty="0">
                <a:solidFill>
                  <a:srgbClr val="434343"/>
                </a:solidFill>
                <a:highlight>
                  <a:srgbClr val="F5F5F5"/>
                </a:highlight>
                <a:latin typeface="Mulish"/>
              </a:rPr>
            </a:br>
            <a:br>
              <a:rPr lang="en-IN" dirty="0">
                <a:solidFill>
                  <a:srgbClr val="434343"/>
                </a:solidFill>
                <a:highlight>
                  <a:srgbClr val="F5F5F5"/>
                </a:highlight>
                <a:latin typeface="Mulish"/>
              </a:rPr>
            </a:br>
            <a:endParaRPr lang="en-IN" b="0" i="0" dirty="0">
              <a:solidFill>
                <a:srgbClr val="434343"/>
              </a:solidFill>
              <a:effectLst/>
              <a:highlight>
                <a:srgbClr val="F5F5F5"/>
              </a:highlight>
              <a:latin typeface="Mulish"/>
            </a:endParaRPr>
          </a:p>
          <a:p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B3BE6C-C4B0-F314-38C1-F04C56DAB8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978838"/>
              </p:ext>
            </p:extLst>
          </p:nvPr>
        </p:nvGraphicFramePr>
        <p:xfrm>
          <a:off x="6019800" y="4702629"/>
          <a:ext cx="5802084" cy="1328057"/>
        </p:xfrm>
        <a:graphic>
          <a:graphicData uri="http://schemas.openxmlformats.org/drawingml/2006/table">
            <a:tbl>
              <a:tblPr/>
              <a:tblGrid>
                <a:gridCol w="644676">
                  <a:extLst>
                    <a:ext uri="{9D8B030D-6E8A-4147-A177-3AD203B41FA5}">
                      <a16:colId xmlns:a16="http://schemas.microsoft.com/office/drawing/2014/main" val="4167386083"/>
                    </a:ext>
                  </a:extLst>
                </a:gridCol>
                <a:gridCol w="644676">
                  <a:extLst>
                    <a:ext uri="{9D8B030D-6E8A-4147-A177-3AD203B41FA5}">
                      <a16:colId xmlns:a16="http://schemas.microsoft.com/office/drawing/2014/main" val="2911948914"/>
                    </a:ext>
                  </a:extLst>
                </a:gridCol>
                <a:gridCol w="644676">
                  <a:extLst>
                    <a:ext uri="{9D8B030D-6E8A-4147-A177-3AD203B41FA5}">
                      <a16:colId xmlns:a16="http://schemas.microsoft.com/office/drawing/2014/main" val="1752397491"/>
                    </a:ext>
                  </a:extLst>
                </a:gridCol>
                <a:gridCol w="644676">
                  <a:extLst>
                    <a:ext uri="{9D8B030D-6E8A-4147-A177-3AD203B41FA5}">
                      <a16:colId xmlns:a16="http://schemas.microsoft.com/office/drawing/2014/main" val="81246182"/>
                    </a:ext>
                  </a:extLst>
                </a:gridCol>
                <a:gridCol w="644676">
                  <a:extLst>
                    <a:ext uri="{9D8B030D-6E8A-4147-A177-3AD203B41FA5}">
                      <a16:colId xmlns:a16="http://schemas.microsoft.com/office/drawing/2014/main" val="517659694"/>
                    </a:ext>
                  </a:extLst>
                </a:gridCol>
                <a:gridCol w="644676">
                  <a:extLst>
                    <a:ext uri="{9D8B030D-6E8A-4147-A177-3AD203B41FA5}">
                      <a16:colId xmlns:a16="http://schemas.microsoft.com/office/drawing/2014/main" val="2544682004"/>
                    </a:ext>
                  </a:extLst>
                </a:gridCol>
                <a:gridCol w="644676">
                  <a:extLst>
                    <a:ext uri="{9D8B030D-6E8A-4147-A177-3AD203B41FA5}">
                      <a16:colId xmlns:a16="http://schemas.microsoft.com/office/drawing/2014/main" val="1938961"/>
                    </a:ext>
                  </a:extLst>
                </a:gridCol>
                <a:gridCol w="644676">
                  <a:extLst>
                    <a:ext uri="{9D8B030D-6E8A-4147-A177-3AD203B41FA5}">
                      <a16:colId xmlns:a16="http://schemas.microsoft.com/office/drawing/2014/main" val="2525631462"/>
                    </a:ext>
                  </a:extLst>
                </a:gridCol>
                <a:gridCol w="644676">
                  <a:extLst>
                    <a:ext uri="{9D8B030D-6E8A-4147-A177-3AD203B41FA5}">
                      <a16:colId xmlns:a16="http://schemas.microsoft.com/office/drawing/2014/main" val="3894481260"/>
                    </a:ext>
                  </a:extLst>
                </a:gridCol>
              </a:tblGrid>
              <a:tr h="740682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XS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XL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2XL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3XL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822101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Size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145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284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293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165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887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3775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1539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person in a black jacket&#10;&#10;Description automatically generated">
            <a:extLst>
              <a:ext uri="{FF2B5EF4-FFF2-40B4-BE49-F238E27FC236}">
                <a16:creationId xmlns:a16="http://schemas.microsoft.com/office/drawing/2014/main" id="{39EF19E9-1670-2ADF-4A29-2EA23FCFE6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852372" cy="51816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916970-9542-AD06-23CA-772FBFA3F5A2}"/>
              </a:ext>
            </a:extLst>
          </p:cNvPr>
          <p:cNvSpPr txBox="1"/>
          <p:nvPr/>
        </p:nvSpPr>
        <p:spPr>
          <a:xfrm>
            <a:off x="6531429" y="1099457"/>
            <a:ext cx="484414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Model no: </a:t>
            </a:r>
            <a:r>
              <a:rPr lang="en-IN" sz="180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MJA239-CHAR</a:t>
            </a:r>
            <a:endParaRPr lang="en-US" dirty="0"/>
          </a:p>
          <a:p>
            <a:pPr algn="l"/>
            <a:br>
              <a:rPr lang="en-US" dirty="0"/>
            </a:br>
            <a:r>
              <a:rPr lang="en-US" dirty="0"/>
              <a:t>MRP: 5999/-</a:t>
            </a:r>
          </a:p>
          <a:p>
            <a:pPr algn="l"/>
            <a:br>
              <a:rPr lang="en-US" dirty="0"/>
            </a:br>
            <a:r>
              <a:rPr lang="en-US" dirty="0"/>
              <a:t>Design Details :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F1111"/>
                </a:solidFill>
                <a:effectLst/>
                <a:highlight>
                  <a:srgbClr val="FFFFFF"/>
                </a:highlight>
                <a:latin typeface="Amazon Ember"/>
              </a:rPr>
              <a:t>28.0% Nylon,4.0% Spandex,68.0% Rayon</a:t>
            </a:r>
            <a:endParaRPr lang="en-IN" b="0" i="0" dirty="0">
              <a:solidFill>
                <a:srgbClr val="434343"/>
              </a:solidFill>
              <a:effectLst/>
              <a:highlight>
                <a:srgbClr val="F5F5F5"/>
              </a:highlight>
              <a:latin typeface="Mulish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F1111"/>
                </a:solidFill>
                <a:effectLst/>
                <a:highlight>
                  <a:srgbClr val="FFFFFF"/>
                </a:highlight>
                <a:latin typeface="Amazon Ember"/>
              </a:rPr>
              <a:t>SKECHERS GOKNIT ULTRA JACKET- MOISTURE WICKING MANAGEMENT, COMFORT STRETCH &amp; UPF 40+ FINISH-FULL ZIP MOCK NECK-OPEN HAND WELT POCKETSTWO OPEN HAND WELT POCKETS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dirty="0">
              <a:solidFill>
                <a:srgbClr val="434343"/>
              </a:solidFill>
              <a:highlight>
                <a:srgbClr val="F5F5F5"/>
              </a:highlight>
              <a:latin typeface="Mulish"/>
            </a:endParaRPr>
          </a:p>
          <a:p>
            <a:pPr algn="l"/>
            <a:r>
              <a:rPr lang="en-IN" dirty="0">
                <a:solidFill>
                  <a:srgbClr val="434343"/>
                </a:solidFill>
                <a:highlight>
                  <a:srgbClr val="F5F5F5"/>
                </a:highlight>
                <a:latin typeface="Mulish"/>
              </a:rPr>
              <a:t>Availability :</a:t>
            </a:r>
            <a:br>
              <a:rPr lang="en-IN" dirty="0">
                <a:solidFill>
                  <a:srgbClr val="434343"/>
                </a:solidFill>
                <a:highlight>
                  <a:srgbClr val="F5F5F5"/>
                </a:highlight>
                <a:latin typeface="Mulish"/>
              </a:rPr>
            </a:br>
            <a:br>
              <a:rPr lang="en-IN" dirty="0">
                <a:solidFill>
                  <a:srgbClr val="434343"/>
                </a:solidFill>
                <a:highlight>
                  <a:srgbClr val="F5F5F5"/>
                </a:highlight>
                <a:latin typeface="Mulish"/>
              </a:rPr>
            </a:br>
            <a:endParaRPr lang="en-IN" b="0" i="0" dirty="0">
              <a:solidFill>
                <a:srgbClr val="434343"/>
              </a:solidFill>
              <a:effectLst/>
              <a:highlight>
                <a:srgbClr val="F5F5F5"/>
              </a:highlight>
              <a:latin typeface="Mulish"/>
            </a:endParaRPr>
          </a:p>
          <a:p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314FF70-3398-5B7C-8075-8F593F3CEC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1470703"/>
              </p:ext>
            </p:extLst>
          </p:nvPr>
        </p:nvGraphicFramePr>
        <p:xfrm>
          <a:off x="6095999" y="4997449"/>
          <a:ext cx="5998032" cy="1272722"/>
        </p:xfrm>
        <a:graphic>
          <a:graphicData uri="http://schemas.openxmlformats.org/drawingml/2006/table">
            <a:tbl>
              <a:tblPr/>
              <a:tblGrid>
                <a:gridCol w="666448">
                  <a:extLst>
                    <a:ext uri="{9D8B030D-6E8A-4147-A177-3AD203B41FA5}">
                      <a16:colId xmlns:a16="http://schemas.microsoft.com/office/drawing/2014/main" val="3189327078"/>
                    </a:ext>
                  </a:extLst>
                </a:gridCol>
                <a:gridCol w="666448">
                  <a:extLst>
                    <a:ext uri="{9D8B030D-6E8A-4147-A177-3AD203B41FA5}">
                      <a16:colId xmlns:a16="http://schemas.microsoft.com/office/drawing/2014/main" val="3926476369"/>
                    </a:ext>
                  </a:extLst>
                </a:gridCol>
                <a:gridCol w="666448">
                  <a:extLst>
                    <a:ext uri="{9D8B030D-6E8A-4147-A177-3AD203B41FA5}">
                      <a16:colId xmlns:a16="http://schemas.microsoft.com/office/drawing/2014/main" val="766930008"/>
                    </a:ext>
                  </a:extLst>
                </a:gridCol>
                <a:gridCol w="666448">
                  <a:extLst>
                    <a:ext uri="{9D8B030D-6E8A-4147-A177-3AD203B41FA5}">
                      <a16:colId xmlns:a16="http://schemas.microsoft.com/office/drawing/2014/main" val="383286493"/>
                    </a:ext>
                  </a:extLst>
                </a:gridCol>
                <a:gridCol w="666448">
                  <a:extLst>
                    <a:ext uri="{9D8B030D-6E8A-4147-A177-3AD203B41FA5}">
                      <a16:colId xmlns:a16="http://schemas.microsoft.com/office/drawing/2014/main" val="529933571"/>
                    </a:ext>
                  </a:extLst>
                </a:gridCol>
                <a:gridCol w="666448">
                  <a:extLst>
                    <a:ext uri="{9D8B030D-6E8A-4147-A177-3AD203B41FA5}">
                      <a16:colId xmlns:a16="http://schemas.microsoft.com/office/drawing/2014/main" val="2207541593"/>
                    </a:ext>
                  </a:extLst>
                </a:gridCol>
                <a:gridCol w="666448">
                  <a:extLst>
                    <a:ext uri="{9D8B030D-6E8A-4147-A177-3AD203B41FA5}">
                      <a16:colId xmlns:a16="http://schemas.microsoft.com/office/drawing/2014/main" val="60609457"/>
                    </a:ext>
                  </a:extLst>
                </a:gridCol>
                <a:gridCol w="666448">
                  <a:extLst>
                    <a:ext uri="{9D8B030D-6E8A-4147-A177-3AD203B41FA5}">
                      <a16:colId xmlns:a16="http://schemas.microsoft.com/office/drawing/2014/main" val="3586652202"/>
                    </a:ext>
                  </a:extLst>
                </a:gridCol>
                <a:gridCol w="666448">
                  <a:extLst>
                    <a:ext uri="{9D8B030D-6E8A-4147-A177-3AD203B41FA5}">
                      <a16:colId xmlns:a16="http://schemas.microsoft.com/office/drawing/2014/main" val="3973414590"/>
                    </a:ext>
                  </a:extLst>
                </a:gridCol>
              </a:tblGrid>
              <a:tr h="636361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XS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XL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2XL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3XL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211690"/>
                  </a:ext>
                </a:extLst>
              </a:tr>
              <a:tr h="636361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Size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9158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7821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erson smiling with his hand on his chest&#10;&#10;Description automatically generated">
            <a:extLst>
              <a:ext uri="{FF2B5EF4-FFF2-40B4-BE49-F238E27FC236}">
                <a16:creationId xmlns:a16="http://schemas.microsoft.com/office/drawing/2014/main" id="{53422330-E6E8-A791-C6CB-C974D9A311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754012" cy="509451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EA2554-7D33-37C0-9EAE-1199921CCFBA}"/>
              </a:ext>
            </a:extLst>
          </p:cNvPr>
          <p:cNvSpPr txBox="1"/>
          <p:nvPr/>
        </p:nvSpPr>
        <p:spPr>
          <a:xfrm>
            <a:off x="6096000" y="285099"/>
            <a:ext cx="484414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Model no:</a:t>
            </a:r>
            <a:r>
              <a:rPr lang="en-IN" sz="180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MHD63A-BKCC</a:t>
            </a:r>
            <a:endParaRPr lang="en-US" dirty="0"/>
          </a:p>
          <a:p>
            <a:pPr algn="l"/>
            <a:br>
              <a:rPr lang="en-US" dirty="0"/>
            </a:br>
            <a:r>
              <a:rPr lang="en-US" dirty="0"/>
              <a:t>MRP: 2499/-</a:t>
            </a:r>
          </a:p>
          <a:p>
            <a:pPr algn="l"/>
            <a:br>
              <a:rPr lang="en-US" dirty="0"/>
            </a:br>
            <a:r>
              <a:rPr lang="en-US" dirty="0"/>
              <a:t>Design Details :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100% POLYESTER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Hooded back panel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Flatlock seam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Split kangaroo pocket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Skechers® diamond logo detail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logo on left chest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dirty="0">
              <a:solidFill>
                <a:srgbClr val="434343"/>
              </a:solidFill>
              <a:highlight>
                <a:srgbClr val="F5F5F5"/>
              </a:highlight>
              <a:latin typeface="Mulish"/>
            </a:endParaRPr>
          </a:p>
          <a:p>
            <a:pPr algn="l"/>
            <a:r>
              <a:rPr lang="en-IN" dirty="0">
                <a:solidFill>
                  <a:srgbClr val="434343"/>
                </a:solidFill>
                <a:highlight>
                  <a:srgbClr val="F5F5F5"/>
                </a:highlight>
                <a:latin typeface="Mulish"/>
              </a:rPr>
              <a:t>Availability :</a:t>
            </a:r>
            <a:br>
              <a:rPr lang="en-IN" dirty="0">
                <a:solidFill>
                  <a:srgbClr val="434343"/>
                </a:solidFill>
                <a:highlight>
                  <a:srgbClr val="F5F5F5"/>
                </a:highlight>
                <a:latin typeface="Mulish"/>
              </a:rPr>
            </a:br>
            <a:br>
              <a:rPr lang="en-IN" dirty="0">
                <a:solidFill>
                  <a:srgbClr val="434343"/>
                </a:solidFill>
                <a:highlight>
                  <a:srgbClr val="F5F5F5"/>
                </a:highlight>
                <a:latin typeface="Mulish"/>
              </a:rPr>
            </a:br>
            <a:endParaRPr lang="en-IN" b="0" i="0" dirty="0">
              <a:solidFill>
                <a:srgbClr val="434343"/>
              </a:solidFill>
              <a:effectLst/>
              <a:highlight>
                <a:srgbClr val="F5F5F5"/>
              </a:highlight>
              <a:latin typeface="Mulish"/>
            </a:endParaRPr>
          </a:p>
          <a:p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170340E-5E8B-C876-E9D6-AA1C333B5B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609194"/>
              </p:ext>
            </p:extLst>
          </p:nvPr>
        </p:nvGraphicFramePr>
        <p:xfrm>
          <a:off x="5856513" y="4060370"/>
          <a:ext cx="5878287" cy="1328058"/>
        </p:xfrm>
        <a:graphic>
          <a:graphicData uri="http://schemas.openxmlformats.org/drawingml/2006/table">
            <a:tbl>
              <a:tblPr/>
              <a:tblGrid>
                <a:gridCol w="653143">
                  <a:extLst>
                    <a:ext uri="{9D8B030D-6E8A-4147-A177-3AD203B41FA5}">
                      <a16:colId xmlns:a16="http://schemas.microsoft.com/office/drawing/2014/main" val="2061453630"/>
                    </a:ext>
                  </a:extLst>
                </a:gridCol>
                <a:gridCol w="653143">
                  <a:extLst>
                    <a:ext uri="{9D8B030D-6E8A-4147-A177-3AD203B41FA5}">
                      <a16:colId xmlns:a16="http://schemas.microsoft.com/office/drawing/2014/main" val="320353288"/>
                    </a:ext>
                  </a:extLst>
                </a:gridCol>
                <a:gridCol w="653143">
                  <a:extLst>
                    <a:ext uri="{9D8B030D-6E8A-4147-A177-3AD203B41FA5}">
                      <a16:colId xmlns:a16="http://schemas.microsoft.com/office/drawing/2014/main" val="2393718272"/>
                    </a:ext>
                  </a:extLst>
                </a:gridCol>
                <a:gridCol w="653143">
                  <a:extLst>
                    <a:ext uri="{9D8B030D-6E8A-4147-A177-3AD203B41FA5}">
                      <a16:colId xmlns:a16="http://schemas.microsoft.com/office/drawing/2014/main" val="3331301229"/>
                    </a:ext>
                  </a:extLst>
                </a:gridCol>
                <a:gridCol w="653143">
                  <a:extLst>
                    <a:ext uri="{9D8B030D-6E8A-4147-A177-3AD203B41FA5}">
                      <a16:colId xmlns:a16="http://schemas.microsoft.com/office/drawing/2014/main" val="1404290854"/>
                    </a:ext>
                  </a:extLst>
                </a:gridCol>
                <a:gridCol w="653143">
                  <a:extLst>
                    <a:ext uri="{9D8B030D-6E8A-4147-A177-3AD203B41FA5}">
                      <a16:colId xmlns:a16="http://schemas.microsoft.com/office/drawing/2014/main" val="2610822343"/>
                    </a:ext>
                  </a:extLst>
                </a:gridCol>
                <a:gridCol w="653143">
                  <a:extLst>
                    <a:ext uri="{9D8B030D-6E8A-4147-A177-3AD203B41FA5}">
                      <a16:colId xmlns:a16="http://schemas.microsoft.com/office/drawing/2014/main" val="4083394428"/>
                    </a:ext>
                  </a:extLst>
                </a:gridCol>
                <a:gridCol w="653143">
                  <a:extLst>
                    <a:ext uri="{9D8B030D-6E8A-4147-A177-3AD203B41FA5}">
                      <a16:colId xmlns:a16="http://schemas.microsoft.com/office/drawing/2014/main" val="1973502485"/>
                    </a:ext>
                  </a:extLst>
                </a:gridCol>
                <a:gridCol w="653143">
                  <a:extLst>
                    <a:ext uri="{9D8B030D-6E8A-4147-A177-3AD203B41FA5}">
                      <a16:colId xmlns:a16="http://schemas.microsoft.com/office/drawing/2014/main" val="1346929891"/>
                    </a:ext>
                  </a:extLst>
                </a:gridCol>
              </a:tblGrid>
              <a:tr h="664029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2XL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3XL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449204"/>
                  </a:ext>
                </a:extLst>
              </a:tr>
              <a:tr h="664029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Size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54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7524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2512825F-EA3C-5219-F4D8-BD92D6ED008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4691743" cy="5622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CF5E33-D88B-119A-8F1B-A76799196CEC}"/>
              </a:ext>
            </a:extLst>
          </p:cNvPr>
          <p:cNvSpPr txBox="1"/>
          <p:nvPr/>
        </p:nvSpPr>
        <p:spPr>
          <a:xfrm>
            <a:off x="5138058" y="283028"/>
            <a:ext cx="484414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Model no:</a:t>
            </a:r>
            <a:r>
              <a:rPr lang="en-IN" sz="180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MHD12A-BLK</a:t>
            </a:r>
            <a:endParaRPr lang="en-US" dirty="0"/>
          </a:p>
          <a:p>
            <a:pPr algn="l"/>
            <a:br>
              <a:rPr lang="en-US" dirty="0"/>
            </a:br>
            <a:r>
              <a:rPr lang="en-US" dirty="0"/>
              <a:t>MRP: 2299/-</a:t>
            </a:r>
          </a:p>
          <a:p>
            <a:pPr algn="l"/>
            <a:br>
              <a:rPr lang="en-US" dirty="0"/>
            </a:br>
            <a:r>
              <a:rPr lang="en-US" dirty="0"/>
              <a:t>Design Details :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70% Cotton, 30% Polyester Fleece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Hood with adjustable drawcord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2x2 rib cuffs and bottom hem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Kangaroo pocket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Comfort Fit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Skechers heritage logo at chest</a:t>
            </a:r>
          </a:p>
          <a:p>
            <a:br>
              <a:rPr lang="en-IN" dirty="0"/>
            </a:br>
            <a:endParaRPr lang="en-IN" dirty="0">
              <a:solidFill>
                <a:srgbClr val="434343"/>
              </a:solidFill>
              <a:highlight>
                <a:srgbClr val="F5F5F5"/>
              </a:highlight>
              <a:latin typeface="Mulish"/>
            </a:endParaRPr>
          </a:p>
          <a:p>
            <a:pPr algn="l"/>
            <a:r>
              <a:rPr lang="en-IN" dirty="0">
                <a:solidFill>
                  <a:srgbClr val="434343"/>
                </a:solidFill>
                <a:highlight>
                  <a:srgbClr val="F5F5F5"/>
                </a:highlight>
                <a:latin typeface="Mulish"/>
              </a:rPr>
              <a:t>Availability :</a:t>
            </a:r>
            <a:br>
              <a:rPr lang="en-IN" dirty="0">
                <a:solidFill>
                  <a:srgbClr val="434343"/>
                </a:solidFill>
                <a:highlight>
                  <a:srgbClr val="F5F5F5"/>
                </a:highlight>
                <a:latin typeface="Mulish"/>
              </a:rPr>
            </a:br>
            <a:endParaRPr lang="en-IN" dirty="0">
              <a:solidFill>
                <a:srgbClr val="434343"/>
              </a:solidFill>
              <a:highlight>
                <a:srgbClr val="F5F5F5"/>
              </a:highlight>
              <a:latin typeface="Mulish"/>
            </a:endParaRPr>
          </a:p>
          <a:p>
            <a:pPr algn="l"/>
            <a:br>
              <a:rPr lang="en-IN" dirty="0">
                <a:solidFill>
                  <a:srgbClr val="434343"/>
                </a:solidFill>
                <a:highlight>
                  <a:srgbClr val="F5F5F5"/>
                </a:highlight>
                <a:latin typeface="Mulish"/>
              </a:rPr>
            </a:br>
            <a:endParaRPr lang="en-IN" b="0" i="0" dirty="0">
              <a:solidFill>
                <a:srgbClr val="434343"/>
              </a:solidFill>
              <a:effectLst/>
              <a:highlight>
                <a:srgbClr val="F5F5F5"/>
              </a:highlight>
              <a:latin typeface="Mulish"/>
            </a:endParaRPr>
          </a:p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05D2207-DFBB-0C2A-57FE-F02D0959D1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8384022"/>
              </p:ext>
            </p:extLst>
          </p:nvPr>
        </p:nvGraphicFramePr>
        <p:xfrm>
          <a:off x="5138058" y="4600915"/>
          <a:ext cx="6662052" cy="1135856"/>
        </p:xfrm>
        <a:graphic>
          <a:graphicData uri="http://schemas.openxmlformats.org/drawingml/2006/table">
            <a:tbl>
              <a:tblPr/>
              <a:tblGrid>
                <a:gridCol w="740228">
                  <a:extLst>
                    <a:ext uri="{9D8B030D-6E8A-4147-A177-3AD203B41FA5}">
                      <a16:colId xmlns:a16="http://schemas.microsoft.com/office/drawing/2014/main" val="4181878964"/>
                    </a:ext>
                  </a:extLst>
                </a:gridCol>
                <a:gridCol w="740228">
                  <a:extLst>
                    <a:ext uri="{9D8B030D-6E8A-4147-A177-3AD203B41FA5}">
                      <a16:colId xmlns:a16="http://schemas.microsoft.com/office/drawing/2014/main" val="3071534630"/>
                    </a:ext>
                  </a:extLst>
                </a:gridCol>
                <a:gridCol w="740228">
                  <a:extLst>
                    <a:ext uri="{9D8B030D-6E8A-4147-A177-3AD203B41FA5}">
                      <a16:colId xmlns:a16="http://schemas.microsoft.com/office/drawing/2014/main" val="2464920056"/>
                    </a:ext>
                  </a:extLst>
                </a:gridCol>
                <a:gridCol w="740228">
                  <a:extLst>
                    <a:ext uri="{9D8B030D-6E8A-4147-A177-3AD203B41FA5}">
                      <a16:colId xmlns:a16="http://schemas.microsoft.com/office/drawing/2014/main" val="2548406929"/>
                    </a:ext>
                  </a:extLst>
                </a:gridCol>
                <a:gridCol w="740228">
                  <a:extLst>
                    <a:ext uri="{9D8B030D-6E8A-4147-A177-3AD203B41FA5}">
                      <a16:colId xmlns:a16="http://schemas.microsoft.com/office/drawing/2014/main" val="4108913473"/>
                    </a:ext>
                  </a:extLst>
                </a:gridCol>
                <a:gridCol w="740228">
                  <a:extLst>
                    <a:ext uri="{9D8B030D-6E8A-4147-A177-3AD203B41FA5}">
                      <a16:colId xmlns:a16="http://schemas.microsoft.com/office/drawing/2014/main" val="1938360847"/>
                    </a:ext>
                  </a:extLst>
                </a:gridCol>
                <a:gridCol w="740228">
                  <a:extLst>
                    <a:ext uri="{9D8B030D-6E8A-4147-A177-3AD203B41FA5}">
                      <a16:colId xmlns:a16="http://schemas.microsoft.com/office/drawing/2014/main" val="1456171113"/>
                    </a:ext>
                  </a:extLst>
                </a:gridCol>
                <a:gridCol w="740228">
                  <a:extLst>
                    <a:ext uri="{9D8B030D-6E8A-4147-A177-3AD203B41FA5}">
                      <a16:colId xmlns:a16="http://schemas.microsoft.com/office/drawing/2014/main" val="2730877610"/>
                    </a:ext>
                  </a:extLst>
                </a:gridCol>
                <a:gridCol w="740228">
                  <a:extLst>
                    <a:ext uri="{9D8B030D-6E8A-4147-A177-3AD203B41FA5}">
                      <a16:colId xmlns:a16="http://schemas.microsoft.com/office/drawing/2014/main" val="1915374185"/>
                    </a:ext>
                  </a:extLst>
                </a:gridCol>
              </a:tblGrid>
              <a:tr h="567928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XS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XL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2XL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3XL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4200484"/>
                  </a:ext>
                </a:extLst>
              </a:tr>
              <a:tr h="567928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Size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207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1184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2049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0773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erson in a jacket&#10;&#10;Description automatically generated">
            <a:extLst>
              <a:ext uri="{FF2B5EF4-FFF2-40B4-BE49-F238E27FC236}">
                <a16:creationId xmlns:a16="http://schemas.microsoft.com/office/drawing/2014/main" id="{3C5547BE-1ADC-C509-5AA6-058FB3CBB1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24500" cy="5334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E16A44-662F-A6A8-4129-82E43649A83F}"/>
              </a:ext>
            </a:extLst>
          </p:cNvPr>
          <p:cNvSpPr txBox="1"/>
          <p:nvPr/>
        </p:nvSpPr>
        <p:spPr>
          <a:xfrm>
            <a:off x="6096000" y="255687"/>
            <a:ext cx="484414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Model no:</a:t>
            </a:r>
            <a:r>
              <a:rPr lang="en-IN" sz="180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M3JA195A-NVY</a:t>
            </a:r>
            <a:endParaRPr lang="en-US" dirty="0"/>
          </a:p>
          <a:p>
            <a:pPr algn="l"/>
            <a:br>
              <a:rPr lang="en-US" dirty="0"/>
            </a:br>
            <a:r>
              <a:rPr lang="en-US" dirty="0"/>
              <a:t>MRP: 3499/-</a:t>
            </a:r>
          </a:p>
          <a:p>
            <a:pPr algn="l"/>
            <a:br>
              <a:rPr lang="en-US" dirty="0"/>
            </a:br>
            <a:r>
              <a:rPr lang="en-US" dirty="0"/>
              <a:t>Design Details :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54% Cotton, 46% Polyester French Terry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Mock neck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Ribbed trim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Split kangaroo pocket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Zip front with Skechers® Diamond silicone zip pull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Skechers® diamond logo detail</a:t>
            </a:r>
          </a:p>
          <a:p>
            <a:br>
              <a:rPr lang="en-IN" dirty="0"/>
            </a:br>
            <a:endParaRPr lang="en-IN" dirty="0">
              <a:solidFill>
                <a:srgbClr val="434343"/>
              </a:solidFill>
              <a:highlight>
                <a:srgbClr val="F5F5F5"/>
              </a:highlight>
              <a:latin typeface="Mulish"/>
            </a:endParaRPr>
          </a:p>
          <a:p>
            <a:pPr algn="l"/>
            <a:r>
              <a:rPr lang="en-IN" dirty="0">
                <a:solidFill>
                  <a:srgbClr val="434343"/>
                </a:solidFill>
                <a:highlight>
                  <a:srgbClr val="F5F5F5"/>
                </a:highlight>
                <a:latin typeface="Mulish"/>
              </a:rPr>
              <a:t>Availability :</a:t>
            </a:r>
            <a:br>
              <a:rPr lang="en-IN" dirty="0">
                <a:solidFill>
                  <a:srgbClr val="434343"/>
                </a:solidFill>
                <a:highlight>
                  <a:srgbClr val="F5F5F5"/>
                </a:highlight>
                <a:latin typeface="Mulish"/>
              </a:rPr>
            </a:br>
            <a:endParaRPr lang="en-IN" dirty="0">
              <a:solidFill>
                <a:srgbClr val="434343"/>
              </a:solidFill>
              <a:highlight>
                <a:srgbClr val="F5F5F5"/>
              </a:highlight>
              <a:latin typeface="Mulish"/>
            </a:endParaRPr>
          </a:p>
          <a:p>
            <a:pPr algn="l"/>
            <a:br>
              <a:rPr lang="en-IN" dirty="0">
                <a:solidFill>
                  <a:srgbClr val="434343"/>
                </a:solidFill>
                <a:highlight>
                  <a:srgbClr val="F5F5F5"/>
                </a:highlight>
                <a:latin typeface="Mulish"/>
              </a:rPr>
            </a:br>
            <a:endParaRPr lang="en-IN" b="0" i="0" dirty="0">
              <a:solidFill>
                <a:srgbClr val="434343"/>
              </a:solidFill>
              <a:effectLst/>
              <a:highlight>
                <a:srgbClr val="F5F5F5"/>
              </a:highlight>
              <a:latin typeface="Mulish"/>
            </a:endParaRPr>
          </a:p>
          <a:p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9888296-0CB9-5183-2517-70C414EB46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370035"/>
              </p:ext>
            </p:extLst>
          </p:nvPr>
        </p:nvGraphicFramePr>
        <p:xfrm>
          <a:off x="6096000" y="4633573"/>
          <a:ext cx="5802084" cy="1124970"/>
        </p:xfrm>
        <a:graphic>
          <a:graphicData uri="http://schemas.openxmlformats.org/drawingml/2006/table">
            <a:tbl>
              <a:tblPr/>
              <a:tblGrid>
                <a:gridCol w="644676">
                  <a:extLst>
                    <a:ext uri="{9D8B030D-6E8A-4147-A177-3AD203B41FA5}">
                      <a16:colId xmlns:a16="http://schemas.microsoft.com/office/drawing/2014/main" val="4083549705"/>
                    </a:ext>
                  </a:extLst>
                </a:gridCol>
                <a:gridCol w="644676">
                  <a:extLst>
                    <a:ext uri="{9D8B030D-6E8A-4147-A177-3AD203B41FA5}">
                      <a16:colId xmlns:a16="http://schemas.microsoft.com/office/drawing/2014/main" val="2785705878"/>
                    </a:ext>
                  </a:extLst>
                </a:gridCol>
                <a:gridCol w="644676">
                  <a:extLst>
                    <a:ext uri="{9D8B030D-6E8A-4147-A177-3AD203B41FA5}">
                      <a16:colId xmlns:a16="http://schemas.microsoft.com/office/drawing/2014/main" val="2391824962"/>
                    </a:ext>
                  </a:extLst>
                </a:gridCol>
                <a:gridCol w="644676">
                  <a:extLst>
                    <a:ext uri="{9D8B030D-6E8A-4147-A177-3AD203B41FA5}">
                      <a16:colId xmlns:a16="http://schemas.microsoft.com/office/drawing/2014/main" val="94637259"/>
                    </a:ext>
                  </a:extLst>
                </a:gridCol>
                <a:gridCol w="644676">
                  <a:extLst>
                    <a:ext uri="{9D8B030D-6E8A-4147-A177-3AD203B41FA5}">
                      <a16:colId xmlns:a16="http://schemas.microsoft.com/office/drawing/2014/main" val="2332542275"/>
                    </a:ext>
                  </a:extLst>
                </a:gridCol>
                <a:gridCol w="644676">
                  <a:extLst>
                    <a:ext uri="{9D8B030D-6E8A-4147-A177-3AD203B41FA5}">
                      <a16:colId xmlns:a16="http://schemas.microsoft.com/office/drawing/2014/main" val="1123854472"/>
                    </a:ext>
                  </a:extLst>
                </a:gridCol>
                <a:gridCol w="644676">
                  <a:extLst>
                    <a:ext uri="{9D8B030D-6E8A-4147-A177-3AD203B41FA5}">
                      <a16:colId xmlns:a16="http://schemas.microsoft.com/office/drawing/2014/main" val="2762975890"/>
                    </a:ext>
                  </a:extLst>
                </a:gridCol>
                <a:gridCol w="644676">
                  <a:extLst>
                    <a:ext uri="{9D8B030D-6E8A-4147-A177-3AD203B41FA5}">
                      <a16:colId xmlns:a16="http://schemas.microsoft.com/office/drawing/2014/main" val="2376320383"/>
                    </a:ext>
                  </a:extLst>
                </a:gridCol>
                <a:gridCol w="644676">
                  <a:extLst>
                    <a:ext uri="{9D8B030D-6E8A-4147-A177-3AD203B41FA5}">
                      <a16:colId xmlns:a16="http://schemas.microsoft.com/office/drawing/2014/main" val="704899927"/>
                    </a:ext>
                  </a:extLst>
                </a:gridCol>
              </a:tblGrid>
              <a:tr h="562485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XS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XL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2XL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3XL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3843786"/>
                  </a:ext>
                </a:extLst>
              </a:tr>
              <a:tr h="562485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Size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142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373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998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392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7909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erson in a black jacket&#10;&#10;Description automatically generated">
            <a:extLst>
              <a:ext uri="{FF2B5EF4-FFF2-40B4-BE49-F238E27FC236}">
                <a16:creationId xmlns:a16="http://schemas.microsoft.com/office/drawing/2014/main" id="{E7E96072-F552-C8A6-11C3-B7273DEAEB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6553181" cy="580208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23476D-C0BF-0E78-32DD-42CD9C8C66DB}"/>
              </a:ext>
            </a:extLst>
          </p:cNvPr>
          <p:cNvSpPr txBox="1"/>
          <p:nvPr/>
        </p:nvSpPr>
        <p:spPr>
          <a:xfrm>
            <a:off x="6553180" y="0"/>
            <a:ext cx="484414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Model no:</a:t>
            </a:r>
            <a:r>
              <a:rPr lang="en-IN" sz="180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M3JA195A-BLK</a:t>
            </a:r>
            <a:endParaRPr lang="en-US" dirty="0"/>
          </a:p>
          <a:p>
            <a:pPr algn="l"/>
            <a:br>
              <a:rPr lang="en-US" dirty="0"/>
            </a:br>
            <a:r>
              <a:rPr lang="en-US" dirty="0"/>
              <a:t>MRP: 3499/-</a:t>
            </a:r>
          </a:p>
          <a:p>
            <a:pPr algn="l"/>
            <a:br>
              <a:rPr lang="en-US" dirty="0"/>
            </a:br>
            <a:r>
              <a:rPr lang="en-US" dirty="0"/>
              <a:t>Design Details :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54% Cotton, 46% Polyester French Terry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Mock neck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Ribbed trim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Split kangaroo pocket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Zip front with Skechers® Diamond silicone zip pull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Skechers® diamond logo detail</a:t>
            </a:r>
          </a:p>
          <a:p>
            <a:br>
              <a:rPr lang="en-IN" dirty="0"/>
            </a:br>
            <a:endParaRPr lang="en-IN" dirty="0">
              <a:solidFill>
                <a:srgbClr val="434343"/>
              </a:solidFill>
              <a:highlight>
                <a:srgbClr val="F5F5F5"/>
              </a:highlight>
              <a:latin typeface="Mulish"/>
            </a:endParaRPr>
          </a:p>
          <a:p>
            <a:pPr algn="l"/>
            <a:r>
              <a:rPr lang="en-IN" dirty="0">
                <a:solidFill>
                  <a:srgbClr val="434343"/>
                </a:solidFill>
                <a:highlight>
                  <a:srgbClr val="F5F5F5"/>
                </a:highlight>
                <a:latin typeface="Mulish"/>
              </a:rPr>
              <a:t>Availability :</a:t>
            </a:r>
            <a:br>
              <a:rPr lang="en-IN" dirty="0">
                <a:solidFill>
                  <a:srgbClr val="434343"/>
                </a:solidFill>
                <a:highlight>
                  <a:srgbClr val="F5F5F5"/>
                </a:highlight>
                <a:latin typeface="Mulish"/>
              </a:rPr>
            </a:br>
            <a:endParaRPr lang="en-IN" dirty="0">
              <a:solidFill>
                <a:srgbClr val="434343"/>
              </a:solidFill>
              <a:highlight>
                <a:srgbClr val="F5F5F5"/>
              </a:highlight>
              <a:latin typeface="Mulish"/>
            </a:endParaRPr>
          </a:p>
          <a:p>
            <a:pPr algn="l"/>
            <a:br>
              <a:rPr lang="en-IN" dirty="0">
                <a:solidFill>
                  <a:srgbClr val="434343"/>
                </a:solidFill>
                <a:highlight>
                  <a:srgbClr val="F5F5F5"/>
                </a:highlight>
                <a:latin typeface="Mulish"/>
              </a:rPr>
            </a:br>
            <a:endParaRPr lang="en-IN" b="0" i="0" dirty="0">
              <a:solidFill>
                <a:srgbClr val="434343"/>
              </a:solidFill>
              <a:effectLst/>
              <a:highlight>
                <a:srgbClr val="F5F5F5"/>
              </a:highlight>
              <a:latin typeface="Mulish"/>
            </a:endParaRPr>
          </a:p>
          <a:p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E0FF4E1-F15B-97CD-93E5-E1C7E95B29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8008485"/>
              </p:ext>
            </p:extLst>
          </p:nvPr>
        </p:nvGraphicFramePr>
        <p:xfrm>
          <a:off x="6618515" y="4198144"/>
          <a:ext cx="5486400" cy="1157168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19307307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510663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03019827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08587943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77162507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1353165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6700955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9928892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696289573"/>
                    </a:ext>
                  </a:extLst>
                </a:gridCol>
              </a:tblGrid>
              <a:tr h="57858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XS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XL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2XL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3XL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691805"/>
                  </a:ext>
                </a:extLst>
              </a:tr>
              <a:tr h="57858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Size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344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309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954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9933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9610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erson in a blue jacket&#10;&#10;Description automatically generated">
            <a:extLst>
              <a:ext uri="{FF2B5EF4-FFF2-40B4-BE49-F238E27FC236}">
                <a16:creationId xmlns:a16="http://schemas.microsoft.com/office/drawing/2014/main" id="{2DEB41E6-317C-D838-E29A-9D14AC86E6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5926141" cy="524691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88EAA2-ED51-A08E-E51C-2A2F77B91F86}"/>
              </a:ext>
            </a:extLst>
          </p:cNvPr>
          <p:cNvSpPr txBox="1"/>
          <p:nvPr/>
        </p:nvSpPr>
        <p:spPr>
          <a:xfrm>
            <a:off x="5926140" y="0"/>
            <a:ext cx="484414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Model no:</a:t>
            </a:r>
            <a:r>
              <a:rPr lang="en-IN" sz="180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M3JA195A-TLBL</a:t>
            </a:r>
            <a:endParaRPr lang="en-US" dirty="0"/>
          </a:p>
          <a:p>
            <a:pPr algn="l"/>
            <a:br>
              <a:rPr lang="en-US" dirty="0"/>
            </a:br>
            <a:r>
              <a:rPr lang="en-US" dirty="0"/>
              <a:t>MRP: 3499/-</a:t>
            </a:r>
          </a:p>
          <a:p>
            <a:pPr algn="l"/>
            <a:br>
              <a:rPr lang="en-US" dirty="0"/>
            </a:br>
            <a:r>
              <a:rPr lang="en-US" dirty="0"/>
              <a:t>Design Details :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54% Cotton, 46% Polyester French Terry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Mock neck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Ribbed trim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Split kangaroo pocket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Zip front with Skechers® Diamond silicone zip pull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Skechers® diamond logo detail</a:t>
            </a:r>
          </a:p>
          <a:p>
            <a:br>
              <a:rPr lang="en-IN" dirty="0"/>
            </a:br>
            <a:endParaRPr lang="en-IN" dirty="0">
              <a:solidFill>
                <a:srgbClr val="434343"/>
              </a:solidFill>
              <a:highlight>
                <a:srgbClr val="F5F5F5"/>
              </a:highlight>
              <a:latin typeface="Mulish"/>
            </a:endParaRPr>
          </a:p>
          <a:p>
            <a:pPr algn="l"/>
            <a:r>
              <a:rPr lang="en-IN" dirty="0">
                <a:solidFill>
                  <a:srgbClr val="434343"/>
                </a:solidFill>
                <a:highlight>
                  <a:srgbClr val="F5F5F5"/>
                </a:highlight>
                <a:latin typeface="Mulish"/>
              </a:rPr>
              <a:t>Availability :</a:t>
            </a:r>
            <a:br>
              <a:rPr lang="en-IN" dirty="0">
                <a:solidFill>
                  <a:srgbClr val="434343"/>
                </a:solidFill>
                <a:highlight>
                  <a:srgbClr val="F5F5F5"/>
                </a:highlight>
                <a:latin typeface="Mulish"/>
              </a:rPr>
            </a:br>
            <a:endParaRPr lang="en-IN" dirty="0">
              <a:solidFill>
                <a:srgbClr val="434343"/>
              </a:solidFill>
              <a:highlight>
                <a:srgbClr val="F5F5F5"/>
              </a:highlight>
              <a:latin typeface="Mulish"/>
            </a:endParaRPr>
          </a:p>
          <a:p>
            <a:pPr algn="l"/>
            <a:br>
              <a:rPr lang="en-IN" dirty="0">
                <a:solidFill>
                  <a:srgbClr val="434343"/>
                </a:solidFill>
                <a:highlight>
                  <a:srgbClr val="F5F5F5"/>
                </a:highlight>
                <a:latin typeface="Mulish"/>
              </a:rPr>
            </a:br>
            <a:endParaRPr lang="en-IN" b="0" i="0" dirty="0">
              <a:solidFill>
                <a:srgbClr val="434343"/>
              </a:solidFill>
              <a:effectLst/>
              <a:highlight>
                <a:srgbClr val="F5F5F5"/>
              </a:highlight>
              <a:latin typeface="Mulish"/>
            </a:endParaRPr>
          </a:p>
          <a:p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3BE36AE-9A0B-D8A2-56FC-7614E25A8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0088017"/>
              </p:ext>
            </p:extLst>
          </p:nvPr>
        </p:nvGraphicFramePr>
        <p:xfrm>
          <a:off x="5926140" y="4230800"/>
          <a:ext cx="5486400" cy="1124512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32409564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752388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5306928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66905104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8346391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66296752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136485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22878651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46758464"/>
                    </a:ext>
                  </a:extLst>
                </a:gridCol>
              </a:tblGrid>
              <a:tr h="562256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XS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XL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2XL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3XL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6588323"/>
                  </a:ext>
                </a:extLst>
              </a:tr>
              <a:tr h="562256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Size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196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198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633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8434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1402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erson with his hands in his pockets&#10;&#10;Description automatically generated">
            <a:extLst>
              <a:ext uri="{FF2B5EF4-FFF2-40B4-BE49-F238E27FC236}">
                <a16:creationId xmlns:a16="http://schemas.microsoft.com/office/drawing/2014/main" id="{7A4E6A74-1AE4-0C08-A024-738C4D4503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6749899" cy="597625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62FB21-0EE5-5D63-84CA-AA04FC3253AB}"/>
              </a:ext>
            </a:extLst>
          </p:cNvPr>
          <p:cNvSpPr txBox="1"/>
          <p:nvPr/>
        </p:nvSpPr>
        <p:spPr>
          <a:xfrm>
            <a:off x="6749898" y="0"/>
            <a:ext cx="484414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Model no:</a:t>
            </a:r>
            <a:r>
              <a:rPr lang="en-IN" sz="180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M3JA154A-LTGY</a:t>
            </a:r>
            <a:endParaRPr lang="en-US" dirty="0"/>
          </a:p>
          <a:p>
            <a:pPr algn="l"/>
            <a:br>
              <a:rPr lang="en-US" dirty="0"/>
            </a:br>
            <a:r>
              <a:rPr lang="en-US" dirty="0"/>
              <a:t>MRP: 2499/-</a:t>
            </a:r>
          </a:p>
          <a:p>
            <a:pPr algn="l"/>
            <a:br>
              <a:rPr lang="en-US" dirty="0"/>
            </a:br>
            <a:r>
              <a:rPr lang="en-US" dirty="0"/>
              <a:t>Design Details :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68% Cotton, 32% Polyester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Full zip hood with adjustable drawcord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Single welt zipper security chest pocket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Ergonomic silicone diamond logo zipper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Kangaroo pocket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Embroidered Skechers® diamond logo detail</a:t>
            </a:r>
          </a:p>
          <a:p>
            <a:br>
              <a:rPr lang="en-IN" dirty="0"/>
            </a:br>
            <a:endParaRPr lang="en-IN" b="0" i="0" dirty="0">
              <a:solidFill>
                <a:srgbClr val="434343"/>
              </a:solidFill>
              <a:effectLst/>
              <a:highlight>
                <a:srgbClr val="F5F5F5"/>
              </a:highlight>
              <a:latin typeface="Mulish"/>
            </a:endParaRPr>
          </a:p>
          <a:p>
            <a:br>
              <a:rPr lang="en-IN" dirty="0"/>
            </a:br>
            <a:endParaRPr lang="en-IN" dirty="0">
              <a:solidFill>
                <a:srgbClr val="434343"/>
              </a:solidFill>
              <a:highlight>
                <a:srgbClr val="F5F5F5"/>
              </a:highlight>
              <a:latin typeface="Mulish"/>
            </a:endParaRPr>
          </a:p>
          <a:p>
            <a:pPr algn="l"/>
            <a:r>
              <a:rPr lang="en-IN" dirty="0">
                <a:solidFill>
                  <a:srgbClr val="434343"/>
                </a:solidFill>
                <a:highlight>
                  <a:srgbClr val="F5F5F5"/>
                </a:highlight>
                <a:latin typeface="Mulish"/>
              </a:rPr>
              <a:t>Availability :</a:t>
            </a:r>
            <a:br>
              <a:rPr lang="en-IN" dirty="0">
                <a:solidFill>
                  <a:srgbClr val="434343"/>
                </a:solidFill>
                <a:highlight>
                  <a:srgbClr val="F5F5F5"/>
                </a:highlight>
                <a:latin typeface="Mulish"/>
              </a:rPr>
            </a:br>
            <a:endParaRPr lang="en-IN" dirty="0">
              <a:solidFill>
                <a:srgbClr val="434343"/>
              </a:solidFill>
              <a:highlight>
                <a:srgbClr val="F5F5F5"/>
              </a:highlight>
              <a:latin typeface="Mulish"/>
            </a:endParaRPr>
          </a:p>
          <a:p>
            <a:pPr algn="l"/>
            <a:br>
              <a:rPr lang="en-IN" dirty="0">
                <a:solidFill>
                  <a:srgbClr val="434343"/>
                </a:solidFill>
                <a:highlight>
                  <a:srgbClr val="F5F5F5"/>
                </a:highlight>
                <a:latin typeface="Mulish"/>
              </a:rPr>
            </a:br>
            <a:endParaRPr lang="en-IN" b="0" i="0" dirty="0">
              <a:solidFill>
                <a:srgbClr val="434343"/>
              </a:solidFill>
              <a:effectLst/>
              <a:highlight>
                <a:srgbClr val="F5F5F5"/>
              </a:highlight>
              <a:latin typeface="Mulish"/>
            </a:endParaRPr>
          </a:p>
          <a:p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F7FB1DE-0F84-AD0C-54EA-0F7E0F24F4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22249"/>
              </p:ext>
            </p:extLst>
          </p:nvPr>
        </p:nvGraphicFramePr>
        <p:xfrm>
          <a:off x="6749898" y="4459401"/>
          <a:ext cx="5486400" cy="117291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16792923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4743958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7250177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76206636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8154549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3148066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80555475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79274247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50916358"/>
                    </a:ext>
                  </a:extLst>
                </a:gridCol>
              </a:tblGrid>
              <a:tr h="586455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XS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XL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2XL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3XL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506401"/>
                  </a:ext>
                </a:extLst>
              </a:tr>
              <a:tr h="586455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Size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208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206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IN" sz="2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56677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4759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erson in a blue tracksuit&#10;&#10;Description automatically generated">
            <a:extLst>
              <a:ext uri="{FF2B5EF4-FFF2-40B4-BE49-F238E27FC236}">
                <a16:creationId xmlns:a16="http://schemas.microsoft.com/office/drawing/2014/main" id="{C433E60A-1390-22BC-ED41-B2555F7706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676130" cy="591094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7D7F18-4236-BC95-95E8-4133E231E92B}"/>
              </a:ext>
            </a:extLst>
          </p:cNvPr>
          <p:cNvSpPr txBox="1"/>
          <p:nvPr/>
        </p:nvSpPr>
        <p:spPr>
          <a:xfrm>
            <a:off x="6749898" y="0"/>
            <a:ext cx="484414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Model no:</a:t>
            </a:r>
            <a:r>
              <a:rPr lang="en-IN" sz="180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M3JA154A-NVY</a:t>
            </a:r>
            <a:endParaRPr lang="en-US" dirty="0"/>
          </a:p>
          <a:p>
            <a:pPr algn="l"/>
            <a:br>
              <a:rPr lang="en-US" dirty="0"/>
            </a:br>
            <a:r>
              <a:rPr lang="en-US" dirty="0"/>
              <a:t>MRP: 2499/-</a:t>
            </a:r>
          </a:p>
          <a:p>
            <a:pPr algn="l"/>
            <a:br>
              <a:rPr lang="en-US" dirty="0"/>
            </a:br>
            <a:r>
              <a:rPr lang="en-US" dirty="0"/>
              <a:t>Design Details :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68% Cotton, 32% Polyester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Full zip hood with adjustable drawcord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Single welt zipper security chest pocket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Ergonomic silicone diamond logo zipper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Kangaroo pocket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34343"/>
                </a:solidFill>
                <a:effectLst/>
                <a:highlight>
                  <a:srgbClr val="F5F5F5"/>
                </a:highlight>
                <a:latin typeface="Mulish"/>
              </a:rPr>
              <a:t>Embroidered Skechers® diamond logo detail</a:t>
            </a:r>
          </a:p>
          <a:p>
            <a:br>
              <a:rPr lang="en-IN" dirty="0"/>
            </a:br>
            <a:endParaRPr lang="en-IN" b="0" i="0" dirty="0">
              <a:solidFill>
                <a:srgbClr val="434343"/>
              </a:solidFill>
              <a:effectLst/>
              <a:highlight>
                <a:srgbClr val="F5F5F5"/>
              </a:highlight>
              <a:latin typeface="Mulish"/>
            </a:endParaRPr>
          </a:p>
          <a:p>
            <a:br>
              <a:rPr lang="en-IN" dirty="0"/>
            </a:br>
            <a:endParaRPr lang="en-IN" dirty="0">
              <a:solidFill>
                <a:srgbClr val="434343"/>
              </a:solidFill>
              <a:highlight>
                <a:srgbClr val="F5F5F5"/>
              </a:highlight>
              <a:latin typeface="Mulish"/>
            </a:endParaRPr>
          </a:p>
          <a:p>
            <a:pPr algn="l"/>
            <a:r>
              <a:rPr lang="en-IN" dirty="0">
                <a:solidFill>
                  <a:srgbClr val="434343"/>
                </a:solidFill>
                <a:highlight>
                  <a:srgbClr val="F5F5F5"/>
                </a:highlight>
                <a:latin typeface="Mulish"/>
              </a:rPr>
              <a:t>Availability :</a:t>
            </a:r>
            <a:br>
              <a:rPr lang="en-IN" dirty="0">
                <a:solidFill>
                  <a:srgbClr val="434343"/>
                </a:solidFill>
                <a:highlight>
                  <a:srgbClr val="F5F5F5"/>
                </a:highlight>
                <a:latin typeface="Mulish"/>
              </a:rPr>
            </a:br>
            <a:endParaRPr lang="en-IN" dirty="0">
              <a:solidFill>
                <a:srgbClr val="434343"/>
              </a:solidFill>
              <a:highlight>
                <a:srgbClr val="F5F5F5"/>
              </a:highlight>
              <a:latin typeface="Mulish"/>
            </a:endParaRPr>
          </a:p>
          <a:p>
            <a:pPr algn="l"/>
            <a:br>
              <a:rPr lang="en-IN" dirty="0">
                <a:solidFill>
                  <a:srgbClr val="434343"/>
                </a:solidFill>
                <a:highlight>
                  <a:srgbClr val="F5F5F5"/>
                </a:highlight>
                <a:latin typeface="Mulish"/>
              </a:rPr>
            </a:br>
            <a:endParaRPr lang="en-IN" b="0" i="0" dirty="0">
              <a:solidFill>
                <a:srgbClr val="434343"/>
              </a:solidFill>
              <a:effectLst/>
              <a:highlight>
                <a:srgbClr val="F5F5F5"/>
              </a:highlight>
              <a:latin typeface="Mulish"/>
            </a:endParaRPr>
          </a:p>
          <a:p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4867678-D1C2-772C-3679-83FE6EDCF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8348659"/>
              </p:ext>
            </p:extLst>
          </p:nvPr>
        </p:nvGraphicFramePr>
        <p:xfrm>
          <a:off x="6705600" y="4470286"/>
          <a:ext cx="5486400" cy="1081428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11145545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40385524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6834241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6729244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44346242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5763697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4021129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5493079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62798212"/>
                    </a:ext>
                  </a:extLst>
                </a:gridCol>
              </a:tblGrid>
              <a:tr h="540714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2XL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3XL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5541095"/>
                  </a:ext>
                </a:extLst>
              </a:tr>
              <a:tr h="540714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Size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780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9239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FDCF5-D3B5-2663-2B90-8B98BB536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A739E-5829-0D91-AB24-4B799C7F4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3449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609</Words>
  <Application>Microsoft Office PowerPoint</Application>
  <PresentationFormat>Widescreen</PresentationFormat>
  <Paragraphs>268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Amazon Ember</vt:lpstr>
      <vt:lpstr>Aptos</vt:lpstr>
      <vt:lpstr>Aptos Display</vt:lpstr>
      <vt:lpstr>Aptos Narrow</vt:lpstr>
      <vt:lpstr>Arial</vt:lpstr>
      <vt:lpstr>Calibri</vt:lpstr>
      <vt:lpstr>Mulish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Rahul Pathak</dc:creator>
  <cp:lastModifiedBy>Rahul Pathak</cp:lastModifiedBy>
  <cp:revision>1</cp:revision>
  <dcterms:created xsi:type="dcterms:W3CDTF">2024-04-29T05:44:15Z</dcterms:created>
  <dcterms:modified xsi:type="dcterms:W3CDTF">2024-04-29T09:08:17Z</dcterms:modified>
</cp:coreProperties>
</file>